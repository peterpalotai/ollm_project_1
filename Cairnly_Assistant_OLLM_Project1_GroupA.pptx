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5" r:id="rId5"/>
    <p:sldMasterId id="2147483657" r:id="rId6"/>
    <p:sldMasterId id="2147483659" r:id="rId7"/>
  </p:sldMasterIdLst>
  <p:notesMasterIdLst>
    <p:notesMasterId r:id="rId8"/>
  </p:notesMasterIdLst>
  <p:sldIdLst>
    <p:sldId id="256" r:id="rId9"/>
    <p:sldId id="257" r:id="rId10"/>
    <p:sldId id="258" r:id="rId11"/>
    <p:sldId id="259" r:id="rId12"/>
    <p:sldId id="260" r:id="rId13"/>
    <p:sldId id="261" r:id="rId14"/>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hu-HU" sz="3200" b="0" u="none" strike="noStrike">
                <a:solidFill>
                  <a:schemeClr val="lt1"/>
                </a:solidFill>
                <a:effectLst/>
                <a:uFillTx/>
                <a:latin typeface="Georgia"/>
              </a:rPr>
              <a:t>Click to move the slide</a:t>
            </a:r>
            <a:endParaRPr lang="hu-HU" sz="3200" b="0" u="none" strike="noStrike">
              <a:solidFill>
                <a:schemeClr val="lt1"/>
              </a:solidFill>
              <a:effectLst/>
              <a:uFillTx/>
              <a:latin typeface="Georgia"/>
            </a:endParaRPr>
          </a:p>
        </p:txBody>
      </p:sp>
      <p:sp>
        <p:nvSpPr>
          <p:cNvPr id="4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4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9" name="PlaceHolder 4"/>
          <p:cNvSpPr>
            <a:spLocks noGrp="1"/>
          </p:cNvSpPr>
          <p:nvPr>
            <p:ph type="dt" idx="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0" name="PlaceHolder 5"/>
          <p:cNvSpPr>
            <a:spLocks noGrp="1"/>
          </p:cNvSpPr>
          <p:nvPr>
            <p:ph type="ftr" idx="7"/>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1" name="PlaceHolder 6"/>
          <p:cNvSpPr>
            <a:spLocks noGrp="1"/>
          </p:cNvSpPr>
          <p:nvPr>
            <p:ph type="sldNum" idx="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732649-4EA8-4EEB-B8E5-93B4A305F655}"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5680" cy="3085560"/>
          </a:xfrm>
          <a:prstGeom prst="rect">
            <a:avLst/>
          </a:prstGeom>
          <a:ln w="0">
            <a:noFill/>
          </a:ln>
        </p:spPr>
      </p:sp>
      <p:sp>
        <p:nvSpPr>
          <p:cNvPr id="1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Introduce the team and the academic task. Project 1 is to build a functioning LLM application, not to deliver a production service. The organization in the scenario is fictional.</a:t>
            </a:r>
            <a:endParaRPr lang="en-US" sz="2000" b="0" u="none" strike="noStrike">
              <a:solidFill>
                <a:srgbClr val="000000"/>
              </a:solidFill>
              <a:effectLst/>
              <a:uFillTx/>
              <a:latin typeface="Arial"/>
            </a:endParaRPr>
          </a:p>
        </p:txBody>
      </p:sp>
      <p:sp>
        <p:nvSpPr>
          <p:cNvPr id="156"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7EBB1270-2F21-461A-8C49-3A5EEF29331B}"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5680" cy="3085560"/>
          </a:xfrm>
          <a:prstGeom prst="rect">
            <a:avLst/>
          </a:prstGeom>
          <a:ln w="0">
            <a:noFill/>
          </a:ln>
        </p:spPr>
      </p:sp>
      <p:sp>
        <p:nvSpPr>
          <p:cNvPr id="1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Recurring questions include shipping, returns and order status. Every message gets one of 7 categories and an urgency level (low, medium, high). Both data sources were authored by the group for the assignment and contain no real personal data: 25 Help Centre documents and 5 invented orders in a read-only SQLite database. The orders table contains example e-mail addresses, but the bot does not use them: the order number alone is enough for a lookup. Demonstrate an FAQ question and a status lookup; explain that the current restrictions are design choices, not deployable privacy guarantees.</a:t>
            </a:r>
            <a:endParaRPr lang="en-US" sz="2000" b="0" u="none" strike="noStrike">
              <a:solidFill>
                <a:srgbClr val="000000"/>
              </a:solidFill>
              <a:effectLst/>
              <a:uFillTx/>
              <a:latin typeface="Arial"/>
            </a:endParaRPr>
          </a:p>
        </p:txBody>
      </p:sp>
      <p:sp>
        <p:nvSpPr>
          <p:cNvPr id="159"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9653DD0E-DAE6-419C-B659-7048A8359855}"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5680" cy="3085560"/>
          </a:xfrm>
          <a:prstGeom prst="rect">
            <a:avLst/>
          </a:prstGeom>
          <a:ln w="0">
            <a:noFill/>
          </a:ln>
        </p:spPr>
      </p:sp>
      <p:sp>
        <p:nvSpPr>
          <p:cNvPr id="1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demo and evaluation import the same chatbot.py implementation. Explain the input filters (regex masking of card numbers, e-mails and phone numbers; a fixed list of 9 attack phrases), e5 semantic search (multilingual-e5-small, top 3 of 25 documents), the fixed prompt with 3 few-shot examples, the optional read-only order lookup and the JSON and safety checks (the output filter blocks a leaked prompt canary or a card number). The chatbot uses gpt-oss-120b on Groq at temperature 0.2 and keeps the last 5 turns. Of the 6 retrieval strategies, e5 scored best (recall@3 0.96, MRR 0.90; RRF 0.85, hybrid TF-IDF 0.81, BM25 0.69). The 86% token saving (316 vs. 2,329 tokens) is measured for one example question. A live demonstration can be given here.</a:t>
            </a:r>
            <a:endParaRPr lang="en-US" sz="2000" b="0" u="none" strike="noStrike">
              <a:solidFill>
                <a:srgbClr val="000000"/>
              </a:solidFill>
              <a:effectLst/>
              <a:uFillTx/>
              <a:latin typeface="Arial"/>
            </a:endParaRPr>
          </a:p>
        </p:txBody>
      </p:sp>
      <p:sp>
        <p:nvSpPr>
          <p:cNvPr id="162"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CCFBD3E6-F436-4BDC-A7D2-06DDD6E675B6}"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5680" cy="3085560"/>
          </a:xfrm>
          <a:prstGeom prst="rect">
            <a:avLst/>
          </a:prstGeom>
          <a:ln w="0">
            <a:noFill/>
          </a:ln>
        </p:spPr>
      </p:sp>
      <p:sp>
        <p:nvSpPr>
          <p:cNvPr id="1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34 cases were written before the first evaluation run and later revised only to follow design changes (the e-mail check and the human hand-off were removed); the latest run also normalised dashes in two reference answers. Explain the pass criteria and the range of stress situations: the 4 order lookups cover a shipped, a delivered and a delayed order plus an unknown order number. Highlight the rule-based checker and the additional judge and ablation as complementary evidence. Retrieval is scored separately on the 27 cases with a gold document (precision@3, recall@3, MRR).</a:t>
            </a:r>
            <a:endParaRPr lang="en-US" sz="2000" b="0" u="none" strike="noStrike">
              <a:solidFill>
                <a:srgbClr val="000000"/>
              </a:solidFill>
              <a:effectLst/>
              <a:uFillTx/>
              <a:latin typeface="Arial"/>
            </a:endParaRPr>
          </a:p>
        </p:txBody>
      </p:sp>
      <p:sp>
        <p:nvSpPr>
          <p:cNvPr id="165"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E143F602-DC6F-49C7-9179-8B90DB88D6CC}"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5680" cy="3085560"/>
          </a:xfrm>
          <a:prstGeom prst="rect">
            <a:avLst/>
          </a:prstGeom>
          <a:ln w="0">
            <a:noFill/>
          </a:ln>
        </p:spPr>
      </p:sp>
      <p:sp>
        <p:nvSpPr>
          <p:cNvPr id="1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Focus on evidence rather than promotional benefits. 33 of 34 passed the test rubric. The one failure, T30, is a keyword grading issue: the bot correctly refused to use the card details (“I’m sorry, but I can’t process payments…”), but that wording is not in our refusal-keyword list. The gpt-oss-20b judge gave all 34 answers 5/5 for correctness and groundedness (helpfulness 4.59) and agreed with the rule-based result in 33/34 cases; T30 is the only disagreement. Category accuracy (97%) is higher than urgency accuracy (88%; misses T18, T20, T22, T24). The guardrail ablation difference comes from T28 only: without the filter the model still refused, but missed the refusal keywords. Order lookups need two LLM calls (about 3,100 prompt tokens) and took 16–24 s, against an 8.1 s mean.</a:t>
            </a:r>
            <a:endParaRPr lang="en-US" sz="2000" b="0" u="none" strike="noStrike">
              <a:solidFill>
                <a:srgbClr val="000000"/>
              </a:solidFill>
              <a:effectLst/>
              <a:uFillTx/>
              <a:latin typeface="Arial"/>
            </a:endParaRPr>
          </a:p>
        </p:txBody>
      </p:sp>
      <p:sp>
        <p:nvSpPr>
          <p:cNvPr id="168"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E168165B-3EAB-4219-8C1C-B761D1EA2AD2}"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5680" cy="3085560"/>
          </a:xfrm>
          <a:prstGeom prst="rect">
            <a:avLst/>
          </a:prstGeom>
          <a:ln w="0">
            <a:noFill/>
          </a:ln>
        </p:spPr>
      </p:sp>
      <p:sp>
        <p:nvSpPr>
          <p:cNvPr id="1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Be explicit: there are real privacy, safety, and reliability gaps. Any order number can retrieve status, and the order-number format is not validated before the lookup. Card masking is incomplete (CVV and expiry stay visible), and the phone regex also masks dates such as 2026-10-12. The attack filter only matches a fixed list of 9 known phrases, and tag stripping is a single regex pass, so nested tags can rebuild a delimiter tag. Retrieval has no similarity threshold, so the top 3 documents are always sent even when none is relevant, and there is no limit on tool calls per turn. Blocked messages still stay in the conversation history. If an API error persists after the Groq SDK’s two default retries, the reply stays empty. Group A Project 2 asks for systematic red-teaming and at least one evaluated safeguard. Proposed improvements are next steps, not implemented features.</a:t>
            </a:r>
            <a:endParaRPr lang="en-US" sz="2000" b="0" u="none" strike="noStrike">
              <a:solidFill>
                <a:srgbClr val="000000"/>
              </a:solidFill>
              <a:effectLst/>
              <a:uFillTx/>
              <a:latin typeface="Arial"/>
            </a:endParaRPr>
          </a:p>
        </p:txBody>
      </p:sp>
      <p:sp>
        <p:nvSpPr>
          <p:cNvPr id="171"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hu-HU" sz="1200" b="0" u="none" strike="noStrike">
                <a:solidFill>
                  <a:srgbClr val="000000"/>
                </a:solidFill>
                <a:effectLst/>
                <a:uFillTx/>
                <a:latin typeface="Times New Roman"/>
              </a:defRPr>
            </a:lvl1pPr>
          </a:lstStyle>
          <a:p>
            <a:pPr indent="0" algn="r">
              <a:lnSpc>
                <a:spcPct val="100000"/>
              </a:lnSpc>
              <a:buNone/>
              <a:tabLst>
                <a:tab pos="0" algn="l"/>
              </a:tabLst>
            </a:pPr>
            <a:fld id="{EDCC652D-A42D-4917-9D08-EE3CE8E9CD54}" type="slidenum">
              <a:rPr lang="hu-H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nyito_slide_3_soros_szoveg_b">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spAutoFit/>
          </a:bodyPr>
          <a:p>
            <a:pPr indent="0" algn="l">
              <a:buNone/>
              <a:tabLst>
                <a:tab pos="0" algn="l"/>
              </a:tabLst>
            </a:pPr>
            <a:endParaRPr lang="hu-HU" sz="1800" b="0" u="none" strike="noStrike">
              <a:solidFill>
                <a:schemeClr val="dk1"/>
              </a:solidFill>
              <a:effectLst/>
              <a:uFillTx/>
              <a:latin typeface="Arial"/>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tIns="0" rIns="0" bIns="0" anchor="ctr">
            <a:spAutoFit/>
          </a:bodyPr>
          <a:p>
            <a:pPr indent="0" algn="ctr">
              <a:buNone/>
            </a:pPr>
            <a:endParaRPr lang="en-US" sz="3200" b="0" u="none" strike="noStrike">
              <a:solidFill>
                <a:srgbClr val="FFFFFF"/>
              </a:solidFill>
              <a:effectLst/>
              <a:uFillTx/>
              <a:latin typeface="Arial"/>
            </a:endParaRPr>
          </a:p>
        </p:txBody>
      </p:sp>
      <p:sp>
        <p:nvSpPr>
          <p:cNvPr id="4" name="PlaceHolder 3"/>
          <p:cNvSpPr>
            <a:spLocks noGrp="1"/>
          </p:cNvSpPr>
          <p:nvPr>
            <p:ph type="sldNum" idx="1"/>
          </p:nvPr>
        </p:nvSpPr>
        <p:spPr/>
        <p:txBody>
          <a:bodyPr/>
          <a:p>
            <a:fld id="{EC4DA5B0-284F-4783-9BE6-87FB065FA7B6}"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3_Üres">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39FB65D9-DBEC-4831-A613-65F280B67C9A}"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tIns="0" rIns="0" bIns="0" anchor="ctr">
            <a:spAutoFit/>
          </a:bodyPr>
          <a:p>
            <a:pPr indent="0" algn="l">
              <a:buNone/>
              <a:tabLst>
                <a:tab pos="0" algn="l"/>
              </a:tabLst>
            </a:pPr>
            <a:endParaRPr lang="hu-HU" sz="1800" b="0" u="none" strike="noStrike">
              <a:solidFill>
                <a:schemeClr val="dk1"/>
              </a:solidFill>
              <a:effectLst/>
              <a:uFillTx/>
              <a:latin typeface="Arial"/>
            </a:endParaRPr>
          </a:p>
        </p:txBody>
      </p:sp>
      <p:sp>
        <p:nvSpPr>
          <p:cNvPr id="25" name="PlaceHolder 2"/>
          <p:cNvSpPr>
            <a:spLocks noGrp="1"/>
          </p:cNvSpPr>
          <p:nvPr>
            <p:ph type="subTitle"/>
          </p:nvPr>
        </p:nvSpPr>
        <p:spPr>
          <a:xfrm>
            <a:off x="609480" y="1604520"/>
            <a:ext cx="10972440" cy="3977280"/>
          </a:xfrm>
          <a:prstGeom prst="rect">
            <a:avLst/>
          </a:prstGeom>
          <a:noFill/>
          <a:ln w="0">
            <a:noFill/>
          </a:ln>
        </p:spPr>
        <p:txBody>
          <a:bodyPr lIns="0" tIns="0" rIns="0" bIns="0" anchor="ctr">
            <a:spAutoFit/>
          </a:bodyPr>
          <a:p>
            <a:pPr indent="0" algn="ctr">
              <a:buNone/>
            </a:pPr>
            <a:endParaRPr lang="en-US" sz="3200" b="0" u="none" strike="noStrike">
              <a:solidFill>
                <a:srgbClr val="FFFFFF"/>
              </a:solidFill>
              <a:effectLst/>
              <a:uFillTx/>
              <a:latin typeface="Arial"/>
            </a:endParaRPr>
          </a:p>
        </p:txBody>
      </p:sp>
      <p:sp>
        <p:nvSpPr>
          <p:cNvPr id="4" name="PlaceHolder 3"/>
          <p:cNvSpPr>
            <a:spLocks noGrp="1"/>
          </p:cNvSpPr>
          <p:nvPr>
            <p:ph type="sldNum" idx="3"/>
          </p:nvPr>
        </p:nvSpPr>
        <p:spPr/>
        <p:txBody>
          <a:bodyPr/>
          <a:p>
            <a:fld id="{CF87B0EB-A577-43C2-8CF1-D287D0687084}"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06F4928E-6124-47AA-9C51-7C74AF11FE31}"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82B37F0D-E755-4DF6-856B-ED5C87F98A35}"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4_Üres">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086CF972-F3E1-4722-860F-AD765F05D68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Relationship Id="rId4"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png"/><Relationship Id="rId3"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2.png"/><Relationship Id="rId3" Type="http://schemas.openxmlformats.org/officeDocument/2006/relationships/slideLayout" Target="../slideLayouts/slideLayout7.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sp>
        <p:nvSpPr>
          <p:cNvPr id="2" name="Téglalap 2"/>
          <p:cNvSpPr/>
          <p:nvPr/>
        </p:nvSpPr>
        <p:spPr>
          <a:xfrm>
            <a:off x="6389640" y="6275160"/>
            <a:ext cx="5382000" cy="213840"/>
          </a:xfrm>
          <a:prstGeom prst="rect">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3" name="Szalagív 3"/>
          <p:cNvSpPr/>
          <p:nvPr/>
        </p:nvSpPr>
        <p:spPr>
          <a:xfrm>
            <a:off x="6398640" y="308160"/>
            <a:ext cx="5382000" cy="5422320"/>
          </a:xfrm>
          <a:prstGeom prst="blockArc">
            <a:avLst>
              <a:gd name="adj1" fmla="val 10816045"/>
              <a:gd name="adj2" fmla="val 21584789"/>
              <a:gd name="adj3" fmla="val 3855"/>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sp>
        <p:nvSpPr>
          <p:cNvPr id="4" name="Szalagív 13"/>
          <p:cNvSpPr/>
          <p:nvPr/>
        </p:nvSpPr>
        <p:spPr>
          <a:xfrm>
            <a:off x="2974680" y="6138720"/>
            <a:ext cx="713160" cy="718560"/>
          </a:xfrm>
          <a:prstGeom prst="blockArc">
            <a:avLst>
              <a:gd name="adj1" fmla="val 10816045"/>
              <a:gd name="adj2" fmla="val 21584789"/>
              <a:gd name="adj3" fmla="val 3855"/>
            </a:avLst>
          </a:prstGeom>
          <a:solidFill>
            <a:schemeClr val="lt1"/>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pic>
        <p:nvPicPr>
          <p:cNvPr id="5" name="Kép 10"/>
          <p:cNvPicPr/>
          <p:nvPr/>
        </p:nvPicPr>
        <p:blipFill>
          <a:blip r:embed="rId2"/>
          <a:stretch/>
        </p:blipFill>
        <p:spPr>
          <a:xfrm>
            <a:off x="370440" y="6153120"/>
            <a:ext cx="1063800" cy="356040"/>
          </a:xfrm>
          <a:prstGeom prst="rect">
            <a:avLst/>
          </a:prstGeom>
          <a:noFill/>
          <a:ln w="0">
            <a:noFill/>
          </a:ln>
        </p:spPr>
      </p:pic>
      <p:sp>
        <p:nvSpPr>
          <p:cNvPr id="6" name="PlaceHolder 1"/>
          <p:cNvSpPr>
            <a:spLocks noGrp="1"/>
          </p:cNvSpPr>
          <p:nvPr>
            <p:ph type="title"/>
          </p:nvPr>
        </p:nvSpPr>
        <p:spPr>
          <a:xfrm>
            <a:off x="609480" y="601560"/>
            <a:ext cx="10972080" cy="488160"/>
          </a:xfrm>
          <a:prstGeom prst="rect">
            <a:avLst/>
          </a:prstGeom>
          <a:noFill/>
          <a:ln w="0">
            <a:noFill/>
          </a:ln>
        </p:spPr>
        <p:txBody>
          <a:bodyPr lIns="0" tIns="0" rIns="0" bIns="0" anchor="ctr">
            <a:spAutoFit/>
          </a:bodyPr>
          <a:lstStyle>
            <a:lvl1pPr indent="0" algn="l" defTabSz="914400">
              <a:buNone/>
              <a:tabLst>
                <a:tab pos="0" algn="l"/>
              </a:tabLst>
              <a:defRPr lang="hu-HU" sz="3200" b="0" u="none" strike="noStrike">
                <a:solidFill>
                  <a:schemeClr val="lt1"/>
                </a:solidFill>
                <a:effectLst/>
                <a:uFillTx/>
                <a:latin typeface="Georgia"/>
              </a:defRPr>
            </a:lvl1pPr>
          </a:lstStyle>
          <a:p>
            <a:pPr indent="0" algn="l" defTabSz="914400">
              <a:buNone/>
              <a:tabLst>
                <a:tab pos="0" algn="l"/>
              </a:tabLst>
            </a:pPr>
            <a:r>
              <a:rPr lang="hu-HU" sz="3200" b="0" u="none" strike="noStrike">
                <a:solidFill>
                  <a:schemeClr val="lt1"/>
                </a:solidFill>
                <a:effectLst/>
                <a:uFillTx/>
                <a:latin typeface="Georgia"/>
              </a:rPr>
              <a:t>Click to </a:t>
            </a:r>
            <a:r>
              <a:rPr lang="hu-HU" sz="3200" b="0" u="none" strike="noStrike">
                <a:solidFill>
                  <a:schemeClr val="lt1"/>
                </a:solidFill>
                <a:effectLst/>
                <a:uFillTx/>
                <a:latin typeface="Georgia"/>
              </a:rPr>
              <a:t>edit the </a:t>
            </a:r>
            <a:r>
              <a:rPr lang="hu-HU" sz="3200" b="0" u="none" strike="noStrike">
                <a:solidFill>
                  <a:schemeClr val="lt1"/>
                </a:solidFill>
                <a:effectLst/>
                <a:uFillTx/>
                <a:latin typeface="Georgia"/>
              </a:rPr>
              <a:t>title text </a:t>
            </a:r>
            <a:r>
              <a:rPr lang="hu-HU" sz="3200" b="0" u="none" strike="noStrike">
                <a:solidFill>
                  <a:schemeClr val="lt1"/>
                </a:solidFill>
                <a:effectLst/>
                <a:uFillTx/>
                <a:latin typeface="Georgia"/>
              </a:rPr>
              <a:t>format</a:t>
            </a:r>
            <a:endParaRPr lang="hu-HU" sz="3200" b="0" u="none" strike="noStrike">
              <a:solidFill>
                <a:schemeClr val="lt1"/>
              </a:solidFill>
              <a:effectLst/>
              <a:uFillTx/>
              <a:latin typeface="Georgia"/>
            </a:endParaRPr>
          </a:p>
        </p:txBody>
      </p:sp>
      <p:sp>
        <p:nvSpPr>
          <p:cNvPr id="7" name="PlaceHolder 2"/>
          <p:cNvSpPr>
            <a:spLocks noGrp="1"/>
          </p:cNvSpPr>
          <p:nvPr>
            <p:ph type="sldNum" idx="1"/>
          </p:nvPr>
        </p:nvSpPr>
        <p:spPr>
          <a:xfrm>
            <a:off x="9029160" y="61999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hu-HU" sz="1200" b="0" u="none" strike="noStrike">
                <a:solidFill>
                  <a:schemeClr val="lt1"/>
                </a:solidFill>
                <a:effectLst/>
                <a:uFillTx/>
                <a:latin typeface="Arial"/>
              </a:defRPr>
            </a:lvl1pPr>
          </a:lstStyle>
          <a:p>
            <a:pPr indent="0" algn="r" defTabSz="914400">
              <a:lnSpc>
                <a:spcPct val="100000"/>
              </a:lnSpc>
              <a:buNone/>
              <a:tabLst>
                <a:tab pos="0" algn="l"/>
              </a:tabLst>
            </a:pPr>
            <a:fld id="{93A627D7-04A8-4234-B7A1-A252C273E698}" type="slidenum">
              <a:rPr lang="hu-HU" sz="1200" b="0" u="none" strike="noStrike">
                <a:solidFill>
                  <a:schemeClr val="lt1"/>
                </a:solidFill>
                <a:effectLst/>
                <a:uFillTx/>
                <a:latin typeface="Arial"/>
              </a:rPr>
              <a:t>&lt;number&gt;</a:t>
            </a:fld>
            <a:endParaRPr lang="en-US" sz="1200" b="0" u="none" strike="noStrike">
              <a:solidFill>
                <a:srgbClr val="FFFFFF"/>
              </a:solidFill>
              <a:effectLst/>
              <a:uFillTx/>
              <a:latin typeface="Times New Roman"/>
            </a:endParaRPr>
          </a:p>
        </p:txBody>
      </p:sp>
      <p:sp>
        <p:nvSpPr>
          <p:cNvPr id="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ts val="601"/>
              </a:lnSpc>
              <a:spcBef>
                <a:spcPts val="1001"/>
              </a:spcBef>
              <a:tabLst>
                <a:tab pos="0" algn="l"/>
              </a:tabLst>
              <a:defRPr lang="hu-HU" sz="1200" b="0" u="none" strike="noStrike">
                <a:solidFill>
                  <a:schemeClr val="lt1"/>
                </a:solidFill>
                <a:effectLst/>
                <a:uFillTx/>
                <a:latin typeface="Arial"/>
              </a:defRPr>
            </a:lvl1pPr>
            <a:lvl2pPr lvl="1" algn="l" defTabSz="914400">
              <a:lnSpc>
                <a:spcPts val="601"/>
              </a:lnSpc>
              <a:spcBef>
                <a:spcPts val="1134"/>
              </a:spcBef>
              <a:buClr>
                <a:srgbClr val="FFFFFF"/>
              </a:buClr>
              <a:buSzPct val="75000"/>
              <a:buFont typeface="Symbol" charset="2"/>
              <a:buChar char=""/>
              <a:tabLst>
                <a:tab pos="0" algn="l"/>
              </a:tabLst>
              <a:defRPr lang="hu-HU" sz="2800" b="0" u="none" strike="noStrike">
                <a:solidFill>
                  <a:schemeClr val="lt1"/>
                </a:solidFill>
                <a:effectLst/>
                <a:uFillTx/>
                <a:latin typeface="Arial"/>
              </a:defRPr>
            </a:lvl2pPr>
            <a:lvl3pPr lvl="2" algn="l" defTabSz="914400">
              <a:lnSpc>
                <a:spcPts val="601"/>
              </a:lnSpc>
              <a:spcBef>
                <a:spcPts val="850"/>
              </a:spcBef>
              <a:buClr>
                <a:srgbClr val="FFFFFF"/>
              </a:buClr>
              <a:buSzPct val="45000"/>
              <a:buFont typeface="Wingdings" charset="2"/>
              <a:buChar char=""/>
              <a:tabLst>
                <a:tab pos="0" algn="l"/>
              </a:tabLst>
              <a:defRPr lang="hu-HU" sz="2400" b="0" u="none" strike="noStrike">
                <a:solidFill>
                  <a:schemeClr val="lt1"/>
                </a:solidFill>
                <a:effectLst/>
                <a:uFillTx/>
                <a:latin typeface="Arial"/>
              </a:defRPr>
            </a:lvl3pPr>
            <a:lvl4pPr lvl="3" algn="l" defTabSz="914400">
              <a:lnSpc>
                <a:spcPts val="601"/>
              </a:lnSpc>
              <a:spcBef>
                <a:spcPts val="567"/>
              </a:spcBef>
              <a:buClr>
                <a:srgbClr val="FFFFFF"/>
              </a:buClr>
              <a:buSzPct val="75000"/>
              <a:buFont typeface="Symbol" charset="2"/>
              <a:buChar char=""/>
              <a:tabLst>
                <a:tab pos="0" algn="l"/>
              </a:tabLst>
              <a:defRPr lang="hu-HU" sz="2000" b="0" u="none" strike="noStrike">
                <a:solidFill>
                  <a:schemeClr val="lt1"/>
                </a:solidFill>
                <a:effectLst/>
                <a:uFillTx/>
                <a:latin typeface="Arial"/>
              </a:defRPr>
            </a:lvl4pPr>
            <a:lvl5pPr lvl="4" algn="l" defTabSz="914400">
              <a:lnSpc>
                <a:spcPts val="601"/>
              </a:lnSpc>
              <a:spcBef>
                <a:spcPts val="283"/>
              </a:spcBef>
              <a:buClr>
                <a:srgbClr val="FFFFFF"/>
              </a:buClr>
              <a:buSzPct val="45000"/>
              <a:buFont typeface="Wingdings" charset="2"/>
              <a:buChar char=""/>
              <a:tabLst>
                <a:tab pos="0" algn="l"/>
              </a:tabLst>
              <a:defRPr lang="hu-HU" sz="2000" b="0" u="none" strike="noStrike">
                <a:solidFill>
                  <a:schemeClr val="lt1"/>
                </a:solidFill>
                <a:effectLst/>
                <a:uFillTx/>
                <a:latin typeface="Arial"/>
              </a:defRPr>
            </a:lvl5pPr>
            <a:lvl6pPr lvl="5" algn="l" defTabSz="914400">
              <a:lnSpc>
                <a:spcPts val="601"/>
              </a:lnSpc>
              <a:spcBef>
                <a:spcPts val="283"/>
              </a:spcBef>
              <a:buClr>
                <a:srgbClr val="FFFFFF"/>
              </a:buClr>
              <a:buSzPct val="45000"/>
              <a:buFont typeface="Wingdings" charset="2"/>
              <a:buChar char=""/>
              <a:tabLst>
                <a:tab pos="0" algn="l"/>
              </a:tabLst>
              <a:defRPr lang="hu-HU" sz="2000" b="0" u="none" strike="noStrike">
                <a:solidFill>
                  <a:schemeClr val="lt1"/>
                </a:solidFill>
                <a:effectLst/>
                <a:uFillTx/>
                <a:latin typeface="Arial"/>
              </a:defRPr>
            </a:lvl6pPr>
            <a:lvl7pPr lvl="6" algn="l" defTabSz="914400">
              <a:lnSpc>
                <a:spcPts val="601"/>
              </a:lnSpc>
              <a:spcBef>
                <a:spcPts val="283"/>
              </a:spcBef>
              <a:buClr>
                <a:srgbClr val="FFFFFF"/>
              </a:buClr>
              <a:buSzPct val="45000"/>
              <a:buFont typeface="Wingdings" charset="2"/>
              <a:buChar char=""/>
              <a:tabLst>
                <a:tab pos="0" algn="l"/>
              </a:tabLst>
              <a:defRPr lang="hu-HU" sz="2000" b="0" u="none" strike="noStrike">
                <a:solidFill>
                  <a:schemeClr val="lt1"/>
                </a:solidFill>
                <a:effectLst/>
                <a:uFillTx/>
                <a:latin typeface="Arial"/>
              </a:defRPr>
            </a:lvl7pPr>
          </a:lstStyle>
          <a:p>
            <a:pPr indent="0" algn="l" defTabSz="914400">
              <a:lnSpc>
                <a:spcPts val="601"/>
              </a:lnSpc>
              <a:spcBef>
                <a:spcPts val="1001"/>
              </a:spcBef>
              <a:tabLst>
                <a:tab pos="0" algn="l"/>
              </a:tabLst>
            </a:pPr>
            <a:r>
              <a:rPr lang="hu-HU" sz="1200" b="0" u="none" strike="noStrike">
                <a:solidFill>
                  <a:schemeClr val="lt1"/>
                </a:solidFill>
                <a:effectLst/>
                <a:uFillTx/>
                <a:latin typeface="Arial"/>
              </a:rPr>
              <a:t>Click to edit the outline text format</a:t>
            </a:r>
            <a:endParaRPr lang="hu-HU" sz="1200" b="0" u="none" strike="noStrike">
              <a:solidFill>
                <a:schemeClr val="lt1"/>
              </a:solidFill>
              <a:effectLst/>
              <a:uFillTx/>
              <a:latin typeface="Arial"/>
            </a:endParaRPr>
          </a:p>
          <a:p>
            <a:pPr marL="864000" lvl="1" indent="-324000" algn="l" defTabSz="914400">
              <a:lnSpc>
                <a:spcPts val="601"/>
              </a:lnSpc>
              <a:spcBef>
                <a:spcPts val="1134"/>
              </a:spcBef>
              <a:buClr>
                <a:srgbClr val="FFFFFF"/>
              </a:buClr>
              <a:buSzPct val="75000"/>
              <a:buFont typeface="Symbol" charset="2"/>
              <a:buChar char=""/>
              <a:tabLst>
                <a:tab pos="0" algn="l"/>
              </a:tabLst>
            </a:pPr>
            <a:r>
              <a:rPr lang="hu-HU" sz="2800" b="0" u="none" strike="noStrike">
                <a:solidFill>
                  <a:schemeClr val="lt1"/>
                </a:solidFill>
                <a:effectLst/>
                <a:uFillTx/>
                <a:latin typeface="Arial"/>
              </a:rPr>
              <a:t>Second Outline Level</a:t>
            </a:r>
            <a:endParaRPr lang="hu-HU" sz="2800" b="0" u="none" strike="noStrike">
              <a:solidFill>
                <a:schemeClr val="lt1"/>
              </a:solidFill>
              <a:effectLst/>
              <a:uFillTx/>
              <a:latin typeface="Arial"/>
            </a:endParaRPr>
          </a:p>
          <a:p>
            <a:pPr marL="1296000" lvl="2" indent="-288000" algn="l" defTabSz="914400">
              <a:lnSpc>
                <a:spcPts val="601"/>
              </a:lnSpc>
              <a:spcBef>
                <a:spcPts val="850"/>
              </a:spcBef>
              <a:buClr>
                <a:srgbClr val="FFFFFF"/>
              </a:buClr>
              <a:buSzPct val="45000"/>
              <a:buFont typeface="Wingdings" charset="2"/>
              <a:buChar char=""/>
              <a:tabLst>
                <a:tab pos="0" algn="l"/>
              </a:tabLst>
            </a:pPr>
            <a:r>
              <a:rPr lang="hu-HU" sz="2400" b="0" u="none" strike="noStrike">
                <a:solidFill>
                  <a:schemeClr val="lt1"/>
                </a:solidFill>
                <a:effectLst/>
                <a:uFillTx/>
                <a:latin typeface="Arial"/>
              </a:rPr>
              <a:t>Third Outline Level</a:t>
            </a:r>
            <a:endParaRPr lang="hu-HU" sz="2400" b="0" u="none" strike="noStrike">
              <a:solidFill>
                <a:schemeClr val="lt1"/>
              </a:solidFill>
              <a:effectLst/>
              <a:uFillTx/>
              <a:latin typeface="Arial"/>
            </a:endParaRPr>
          </a:p>
          <a:p>
            <a:pPr marL="1728000" lvl="3" indent="-216000" algn="l" defTabSz="914400">
              <a:lnSpc>
                <a:spcPts val="601"/>
              </a:lnSpc>
              <a:spcBef>
                <a:spcPts val="567"/>
              </a:spcBef>
              <a:buClr>
                <a:srgbClr val="FFFFFF"/>
              </a:buClr>
              <a:buSzPct val="75000"/>
              <a:buFont typeface="Symbol" charset="2"/>
              <a:buChar char=""/>
              <a:tabLst>
                <a:tab pos="0" algn="l"/>
              </a:tabLst>
            </a:pPr>
            <a:r>
              <a:rPr lang="hu-HU" sz="2000" b="0" u="none" strike="noStrike">
                <a:solidFill>
                  <a:schemeClr val="lt1"/>
                </a:solidFill>
                <a:effectLst/>
                <a:uFillTx/>
                <a:latin typeface="Arial"/>
              </a:rPr>
              <a:t>Fourth Outline Level</a:t>
            </a:r>
            <a:endParaRPr lang="hu-HU" sz="2000" b="0" u="none" strike="noStrike">
              <a:solidFill>
                <a:schemeClr val="lt1"/>
              </a:solidFill>
              <a:effectLst/>
              <a:uFillTx/>
              <a:latin typeface="Arial"/>
            </a:endParaRPr>
          </a:p>
          <a:p>
            <a:pPr marL="2160000" lvl="4" indent="-216000" algn="l" defTabSz="914400">
              <a:lnSpc>
                <a:spcPts val="601"/>
              </a:lnSpc>
              <a:spcBef>
                <a:spcPts val="283"/>
              </a:spcBef>
              <a:buClr>
                <a:srgbClr val="FFFFFF"/>
              </a:buClr>
              <a:buSzPct val="45000"/>
              <a:buFont typeface="Wingdings" charset="2"/>
              <a:buChar char=""/>
              <a:tabLst>
                <a:tab pos="0" algn="l"/>
              </a:tabLst>
            </a:pPr>
            <a:r>
              <a:rPr lang="hu-HU" sz="2000" b="0" u="none" strike="noStrike">
                <a:solidFill>
                  <a:schemeClr val="lt1"/>
                </a:solidFill>
                <a:effectLst/>
                <a:uFillTx/>
                <a:latin typeface="Arial"/>
              </a:rPr>
              <a:t>Fifth Outline Level</a:t>
            </a:r>
            <a:endParaRPr lang="hu-HU" sz="2000" b="0" u="none" strike="noStrike">
              <a:solidFill>
                <a:schemeClr val="lt1"/>
              </a:solidFill>
              <a:effectLst/>
              <a:uFillTx/>
              <a:latin typeface="Arial"/>
            </a:endParaRPr>
          </a:p>
          <a:p>
            <a:pPr marL="2592000" lvl="5" indent="-216000" algn="l" defTabSz="914400">
              <a:lnSpc>
                <a:spcPts val="601"/>
              </a:lnSpc>
              <a:spcBef>
                <a:spcPts val="283"/>
              </a:spcBef>
              <a:buClr>
                <a:srgbClr val="FFFFFF"/>
              </a:buClr>
              <a:buSzPct val="45000"/>
              <a:buFont typeface="Wingdings" charset="2"/>
              <a:buChar char=""/>
              <a:tabLst>
                <a:tab pos="0" algn="l"/>
              </a:tabLst>
            </a:pPr>
            <a:r>
              <a:rPr lang="hu-HU" sz="2000" b="0" u="none" strike="noStrike">
                <a:solidFill>
                  <a:schemeClr val="lt1"/>
                </a:solidFill>
                <a:effectLst/>
                <a:uFillTx/>
                <a:latin typeface="Arial"/>
              </a:rPr>
              <a:t>Sixth Outline Level</a:t>
            </a:r>
            <a:endParaRPr lang="hu-HU" sz="2000" b="0" u="none" strike="noStrike">
              <a:solidFill>
                <a:schemeClr val="lt1"/>
              </a:solidFill>
              <a:effectLst/>
              <a:uFillTx/>
              <a:latin typeface="Arial"/>
            </a:endParaRPr>
          </a:p>
          <a:p>
            <a:pPr marL="3024000" lvl="6" indent="-216000" algn="l" defTabSz="914400">
              <a:lnSpc>
                <a:spcPts val="601"/>
              </a:lnSpc>
              <a:spcBef>
                <a:spcPts val="283"/>
              </a:spcBef>
              <a:buClr>
                <a:srgbClr val="FFFFFF"/>
              </a:buClr>
              <a:buSzPct val="45000"/>
              <a:buFont typeface="Wingdings" charset="2"/>
              <a:buChar char=""/>
              <a:tabLst>
                <a:tab pos="0" algn="l"/>
              </a:tabLst>
            </a:pPr>
            <a:r>
              <a:rPr lang="hu-HU" sz="2000" b="0" u="none" strike="noStrike">
                <a:solidFill>
                  <a:schemeClr val="lt1"/>
                </a:solidFill>
                <a:effectLst/>
                <a:uFillTx/>
                <a:latin typeface="Arial"/>
              </a:rPr>
              <a:t>Seventh Outline Level</a:t>
            </a:r>
            <a:endParaRPr lang="hu-HU" sz="2000" b="0" u="none" strike="noStrike">
              <a:solidFill>
                <a:schemeClr val="lt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sp>
        <p:nvSpPr>
          <p:cNvPr id="11" name="Szalagív 3"/>
          <p:cNvSpPr/>
          <p:nvPr/>
        </p:nvSpPr>
        <p:spPr>
          <a:xfrm>
            <a:off x="2974680" y="6138720"/>
            <a:ext cx="713160" cy="718560"/>
          </a:xfrm>
          <a:prstGeom prst="blockArc">
            <a:avLst>
              <a:gd name="adj1" fmla="val 10816045"/>
              <a:gd name="adj2" fmla="val 21584789"/>
              <a:gd name="adj3" fmla="val 3855"/>
            </a:avLst>
          </a:prstGeom>
          <a:solidFill>
            <a:srgbClr val="000000"/>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grpSp>
        <p:nvGrpSpPr>
          <p:cNvPr id="12" name="Csoportba foglalás 4"/>
          <p:cNvGrpSpPr/>
          <p:nvPr/>
        </p:nvGrpSpPr>
        <p:grpSpPr>
          <a:xfrm>
            <a:off x="6389640" y="308160"/>
            <a:ext cx="5391000" cy="6180840"/>
            <a:chOff x="6389640" y="308160"/>
            <a:chExt cx="5391000" cy="6180840"/>
          </a:xfrm>
        </p:grpSpPr>
        <p:sp>
          <p:nvSpPr>
            <p:cNvPr id="13" name="Téglalap 5"/>
            <p:cNvSpPr/>
            <p:nvPr/>
          </p:nvSpPr>
          <p:spPr>
            <a:xfrm>
              <a:off x="6389640" y="6275160"/>
              <a:ext cx="5382000" cy="213840"/>
            </a:xfrm>
            <a:prstGeom prst="rect">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14" name="Szalagív 7"/>
            <p:cNvSpPr/>
            <p:nvPr/>
          </p:nvSpPr>
          <p:spPr>
            <a:xfrm>
              <a:off x="6398640" y="308160"/>
              <a:ext cx="5382000" cy="5422320"/>
            </a:xfrm>
            <a:prstGeom prst="blockArc">
              <a:avLst>
                <a:gd name="adj1" fmla="val 10816045"/>
                <a:gd name="adj2" fmla="val 21584789"/>
                <a:gd name="adj3" fmla="val 3855"/>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grpSp>
      <p:pic>
        <p:nvPicPr>
          <p:cNvPr id="15" name="Kép 8"/>
          <p:cNvPicPr/>
          <p:nvPr/>
        </p:nvPicPr>
        <p:blipFill>
          <a:blip r:embed="rId2"/>
          <a:stretch/>
        </p:blipFill>
        <p:spPr>
          <a:xfrm>
            <a:off x="370440" y="6153120"/>
            <a:ext cx="1063800" cy="356040"/>
          </a:xfrm>
          <a:prstGeom prst="rect">
            <a:avLst/>
          </a:prstGeom>
          <a:noFill/>
          <a:ln w="0">
            <a:noFill/>
          </a:ln>
        </p:spPr>
      </p:pic>
      <p:sp>
        <p:nvSpPr>
          <p:cNvPr id="16" name="PlaceHolder 1"/>
          <p:cNvSpPr>
            <a:spLocks noGrp="1"/>
          </p:cNvSpPr>
          <p:nvPr>
            <p:ph type="sldNum" idx="2"/>
          </p:nvPr>
        </p:nvSpPr>
        <p:spPr>
          <a:xfrm>
            <a:off x="9029160" y="61999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hu-HU" sz="1200" b="0" u="none" strike="noStrike">
                <a:solidFill>
                  <a:schemeClr val="dk1"/>
                </a:solidFill>
                <a:effectLst/>
                <a:uFillTx/>
                <a:latin typeface="Arial"/>
              </a:defRPr>
            </a:lvl1pPr>
          </a:lstStyle>
          <a:p>
            <a:pPr indent="0" algn="r" defTabSz="914400">
              <a:lnSpc>
                <a:spcPct val="100000"/>
              </a:lnSpc>
              <a:buNone/>
              <a:tabLst>
                <a:tab pos="0" algn="l"/>
              </a:tabLst>
            </a:pPr>
            <a:fld id="{8153D731-55C5-4A80-91EF-D997066740FE}" type="slidenum">
              <a:rPr lang="hu-HU" sz="1200" b="0" u="none" strike="noStrike">
                <a:solidFill>
                  <a:schemeClr val="dk1"/>
                </a:solidFill>
                <a:effectLst/>
                <a:uFillTx/>
                <a:latin typeface="Arial"/>
              </a:rPr>
              <a:t>1</a:t>
            </a:fld>
            <a:endParaRPr lang="en-US" sz="1200" b="0" u="none" strike="noStrike">
              <a:solidFill>
                <a:srgbClr val="000000"/>
              </a:solidFill>
              <a:effectLst/>
              <a:uFillTx/>
              <a:latin typeface="Times New Roman"/>
            </a:endParaRPr>
          </a:p>
        </p:txBody>
      </p:sp>
      <p:sp>
        <p:nvSpPr>
          <p:cNvPr id="1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hu-HU" sz="1800" b="0" u="none" strike="noStrike">
                <a:solidFill>
                  <a:schemeClr val="dk1"/>
                </a:solidFill>
                <a:effectLst/>
                <a:uFillTx/>
                <a:latin typeface="Arial"/>
              </a:defRPr>
            </a:lvl1pPr>
          </a:lstStyle>
          <a:p>
            <a:pPr indent="0" algn="l">
              <a:buNone/>
              <a:tabLst>
                <a:tab pos="0" algn="l"/>
              </a:tabLst>
            </a:pPr>
            <a:r>
              <a:rPr lang="hu-HU" sz="1800" b="0" u="none" strike="noStrike">
                <a:solidFill>
                  <a:schemeClr val="dk1"/>
                </a:solidFill>
                <a:effectLst/>
                <a:uFillTx/>
                <a:latin typeface="Arial"/>
              </a:rPr>
              <a:t>Click to edit the title text format</a:t>
            </a:r>
            <a:endParaRPr lang="hu-HU" sz="1800" b="0" u="none" strike="noStrike">
              <a:solidFill>
                <a:schemeClr val="dk1"/>
              </a:solidFill>
              <a:effectLst/>
              <a:uFillTx/>
              <a:latin typeface="Arial"/>
            </a:endParaRPr>
          </a:p>
        </p:txBody>
      </p:sp>
      <p:sp>
        <p:nvSpPr>
          <p:cNvPr id="1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ts val="601"/>
              </a:lnSpc>
              <a:spcBef>
                <a:spcPts val="1001"/>
              </a:spcBef>
              <a:tabLst>
                <a:tab pos="0" algn="l"/>
              </a:tabLst>
              <a:defRPr lang="hu-HU" sz="16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tabLst>
                <a:tab pos="0" algn="l"/>
              </a:tabLst>
              <a:defRPr lang="hu-HU" sz="32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tabLst>
                <a:tab pos="0" algn="l"/>
              </a:tabLst>
              <a:defRPr lang="hu-HU" sz="32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tabLst>
                <a:tab pos="0" algn="l"/>
              </a:tabLst>
              <a:defRPr lang="hu-HU" sz="32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tabLst>
                <a:tab pos="0" algn="l"/>
              </a:tabLst>
              <a:defRPr lang="hu-HU" sz="32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tabLst>
                <a:tab pos="0" algn="l"/>
              </a:tabLst>
              <a:defRPr lang="hu-HU" sz="32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tabLst>
                <a:tab pos="0" algn="l"/>
              </a:tabLst>
              <a:defRPr lang="hu-HU" sz="3200" b="0" u="none" strike="noStrike">
                <a:solidFill>
                  <a:schemeClr val="dk1"/>
                </a:solidFill>
                <a:effectLst/>
                <a:uFillTx/>
                <a:latin typeface="Arial"/>
              </a:defRPr>
            </a:lvl7pPr>
          </a:lstStyle>
          <a:p>
            <a:pPr indent="0" algn="l" defTabSz="914400">
              <a:lnSpc>
                <a:spcPts val="601"/>
              </a:lnSpc>
              <a:spcBef>
                <a:spcPts val="1001"/>
              </a:spcBef>
              <a:tabLst>
                <a:tab pos="0" algn="l"/>
              </a:tabLst>
            </a:pPr>
            <a:r>
              <a:rPr lang="hu-HU" sz="1600" b="0" u="none" strike="noStrike">
                <a:solidFill>
                  <a:schemeClr val="dk1"/>
                </a:solidFill>
                <a:effectLst/>
                <a:uFillTx/>
                <a:latin typeface="Arial"/>
              </a:rPr>
              <a:t>Click to edit the outline text format</a:t>
            </a:r>
            <a:endParaRPr lang="hu-HU" sz="16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tabLst>
                <a:tab pos="0" algn="l"/>
              </a:tabLst>
            </a:pPr>
            <a:r>
              <a:rPr lang="hu-HU" sz="3200" b="0" u="none" strike="noStrike">
                <a:solidFill>
                  <a:schemeClr val="dk1"/>
                </a:solidFill>
                <a:effectLst/>
                <a:uFillTx/>
                <a:latin typeface="Arial"/>
              </a:rPr>
              <a:t>Second Outline Level</a:t>
            </a:r>
            <a:endParaRPr lang="hu-HU" sz="32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tabLst>
                <a:tab pos="0" algn="l"/>
              </a:tabLst>
            </a:pPr>
            <a:r>
              <a:rPr lang="hu-HU" sz="3200" b="0" u="none" strike="noStrike">
                <a:solidFill>
                  <a:schemeClr val="dk1"/>
                </a:solidFill>
                <a:effectLst/>
                <a:uFillTx/>
                <a:latin typeface="Arial"/>
              </a:rPr>
              <a:t>Third Outline Level</a:t>
            </a:r>
            <a:endParaRPr lang="hu-HU" sz="32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tabLst>
                <a:tab pos="0" algn="l"/>
              </a:tabLst>
            </a:pPr>
            <a:r>
              <a:rPr lang="hu-HU" sz="3200" b="0" u="none" strike="noStrike">
                <a:solidFill>
                  <a:schemeClr val="dk1"/>
                </a:solidFill>
                <a:effectLst/>
                <a:uFillTx/>
                <a:latin typeface="Arial"/>
              </a:rPr>
              <a:t>Fourth Outline </a:t>
            </a:r>
            <a:r>
              <a:rPr lang="hu-HU" sz="3200" b="0" u="none" strike="noStrike">
                <a:solidFill>
                  <a:schemeClr val="dk1"/>
                </a:solidFill>
                <a:effectLst/>
                <a:uFillTx/>
                <a:latin typeface="Arial"/>
              </a:rPr>
              <a:t>Level</a:t>
            </a:r>
            <a:endParaRPr lang="hu-HU" sz="32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tabLst>
                <a:tab pos="0" algn="l"/>
              </a:tabLst>
            </a:pPr>
            <a:r>
              <a:rPr lang="hu-HU" sz="3200" b="0" u="none" strike="noStrike">
                <a:solidFill>
                  <a:schemeClr val="dk1"/>
                </a:solidFill>
                <a:effectLst/>
                <a:uFillTx/>
                <a:latin typeface="Arial"/>
              </a:rPr>
              <a:t>Fifth Outline </a:t>
            </a:r>
            <a:r>
              <a:rPr lang="hu-HU" sz="3200" b="0" u="none" strike="noStrike">
                <a:solidFill>
                  <a:schemeClr val="dk1"/>
                </a:solidFill>
                <a:effectLst/>
                <a:uFillTx/>
                <a:latin typeface="Arial"/>
              </a:rPr>
              <a:t>Level</a:t>
            </a:r>
            <a:endParaRPr lang="hu-HU" sz="32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tabLst>
                <a:tab pos="0" algn="l"/>
              </a:tabLst>
            </a:pPr>
            <a:r>
              <a:rPr lang="hu-HU" sz="3200" b="0" u="none" strike="noStrike">
                <a:solidFill>
                  <a:schemeClr val="dk1"/>
                </a:solidFill>
                <a:effectLst/>
                <a:uFillTx/>
                <a:latin typeface="Arial"/>
              </a:rPr>
              <a:t>Sixth Outline </a:t>
            </a:r>
            <a:r>
              <a:rPr lang="hu-HU" sz="3200" b="0" u="none" strike="noStrike">
                <a:solidFill>
                  <a:schemeClr val="dk1"/>
                </a:solidFill>
                <a:effectLst/>
                <a:uFillTx/>
                <a:latin typeface="Arial"/>
              </a:rPr>
              <a:t>Level</a:t>
            </a:r>
            <a:endParaRPr lang="hu-HU" sz="32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tabLst>
                <a:tab pos="0" algn="l"/>
              </a:tabLst>
            </a:pPr>
            <a:r>
              <a:rPr lang="hu-HU" sz="3200" b="0" u="none" strike="noStrike">
                <a:solidFill>
                  <a:schemeClr val="dk1"/>
                </a:solidFill>
                <a:effectLst/>
                <a:uFillTx/>
                <a:latin typeface="Arial"/>
              </a:rPr>
              <a:t>Seventh </a:t>
            </a:r>
            <a:r>
              <a:rPr lang="hu-HU" sz="3200" b="0" u="none" strike="noStrike">
                <a:solidFill>
                  <a:schemeClr val="dk1"/>
                </a:solidFill>
                <a:effectLst/>
                <a:uFillTx/>
                <a:latin typeface="Arial"/>
              </a:rPr>
              <a:t>Outline </a:t>
            </a:r>
            <a:r>
              <a:rPr lang="hu-HU" sz="3200" b="0" u="none" strike="noStrike">
                <a:solidFill>
                  <a:schemeClr val="dk1"/>
                </a:solidFill>
                <a:effectLst/>
                <a:uFillTx/>
                <a:latin typeface="Arial"/>
              </a:rPr>
              <a:t>Level</a:t>
            </a:r>
            <a:endParaRPr lang="hu-HU" sz="32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sp>
        <p:nvSpPr>
          <p:cNvPr id="19" name="Szalagív 13"/>
          <p:cNvSpPr/>
          <p:nvPr/>
        </p:nvSpPr>
        <p:spPr>
          <a:xfrm>
            <a:off x="400320" y="6138720"/>
            <a:ext cx="713160" cy="718560"/>
          </a:xfrm>
          <a:prstGeom prst="blockArc">
            <a:avLst>
              <a:gd name="adj1" fmla="val 10816045"/>
              <a:gd name="adj2" fmla="val 21584789"/>
              <a:gd name="adj3" fmla="val 3855"/>
            </a:avLst>
          </a:prstGeom>
          <a:solidFill>
            <a:schemeClr val="lt1"/>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pic>
        <p:nvPicPr>
          <p:cNvPr id="20" name="Kép 2"/>
          <p:cNvPicPr/>
          <p:nvPr/>
        </p:nvPicPr>
        <p:blipFill>
          <a:blip r:embed="rId2"/>
          <a:stretch/>
        </p:blipFill>
        <p:spPr>
          <a:xfrm>
            <a:off x="374040" y="604800"/>
            <a:ext cx="1666800" cy="558000"/>
          </a:xfrm>
          <a:prstGeom prst="rect">
            <a:avLst/>
          </a:prstGeom>
          <a:noFill/>
          <a:ln w="0">
            <a:noFill/>
          </a:ln>
        </p:spPr>
      </p:pic>
      <p:sp>
        <p:nvSpPr>
          <p:cNvPr id="21" name="PlaceHolder 1"/>
          <p:cNvSpPr>
            <a:spLocks noGrp="1"/>
          </p:cNvSpPr>
          <p:nvPr>
            <p:ph type="sldNum" idx="3"/>
          </p:nvPr>
        </p:nvSpPr>
        <p:spPr>
          <a:xfrm>
            <a:off x="9029160" y="61999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hu-HU" sz="1200" b="0" u="none" strike="noStrike">
                <a:solidFill>
                  <a:schemeClr val="lt1"/>
                </a:solidFill>
                <a:effectLst/>
                <a:uFillTx/>
                <a:latin typeface="Arial"/>
              </a:defRPr>
            </a:lvl1pPr>
          </a:lstStyle>
          <a:p>
            <a:pPr indent="0" algn="r" defTabSz="914400">
              <a:lnSpc>
                <a:spcPct val="100000"/>
              </a:lnSpc>
              <a:buNone/>
              <a:tabLst>
                <a:tab pos="0" algn="l"/>
              </a:tabLst>
            </a:pPr>
            <a:fld id="{43C3F6F4-EFB2-4541-B8E8-8EA164F0F817}" type="slidenum">
              <a:rPr lang="hu-HU" sz="1200" b="0" u="none" strike="noStrike">
                <a:solidFill>
                  <a:schemeClr val="lt1"/>
                </a:solidFill>
                <a:effectLst/>
                <a:uFillTx/>
                <a:latin typeface="Arial"/>
              </a:rPr>
              <a:t>1</a:t>
            </a:fld>
            <a:endParaRPr lang="en-US" sz="1200" b="0" u="none" strike="noStrike">
              <a:solidFill>
                <a:srgbClr val="FFFFFF"/>
              </a:solidFill>
              <a:effectLst/>
              <a:uFillTx/>
              <a:latin typeface="Times New Roman"/>
            </a:endParaRPr>
          </a:p>
        </p:txBody>
      </p:sp>
      <p:sp>
        <p:nvSpPr>
          <p:cNvPr id="22"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hu-HU" sz="1800" b="0" u="none" strike="noStrike">
                <a:solidFill>
                  <a:schemeClr val="dk1"/>
                </a:solidFill>
                <a:effectLst/>
                <a:uFillTx/>
                <a:latin typeface="Arial"/>
              </a:defRPr>
            </a:lvl1pPr>
          </a:lstStyle>
          <a:p>
            <a:pPr indent="0" algn="l">
              <a:buNone/>
              <a:tabLst>
                <a:tab pos="0" algn="l"/>
              </a:tabLst>
            </a:pPr>
            <a:r>
              <a:rPr lang="hu-HU" sz="1800" b="0" u="none" strike="noStrike">
                <a:solidFill>
                  <a:schemeClr val="dk1"/>
                </a:solidFill>
                <a:effectLst/>
                <a:uFillTx/>
                <a:latin typeface="Arial"/>
              </a:rPr>
              <a:t>Click to edit the title text format</a:t>
            </a:r>
            <a:endParaRPr lang="hu-HU" sz="1800" b="0" u="none" strike="noStrike">
              <a:solidFill>
                <a:schemeClr val="dk1"/>
              </a:solidFill>
              <a:effectLst/>
              <a:uFillTx/>
              <a:latin typeface="Arial"/>
            </a:endParaRPr>
          </a:p>
        </p:txBody>
      </p:sp>
      <p:sp>
        <p:nvSpPr>
          <p:cNvPr id="23"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ts val="601"/>
              </a:lnSpc>
              <a:spcBef>
                <a:spcPts val="1001"/>
              </a:spcBef>
              <a:tabLst>
                <a:tab pos="0" algn="l"/>
              </a:tabLst>
              <a:defRPr lang="hu-HU" sz="1800" b="0" u="none" strike="noStrike">
                <a:solidFill>
                  <a:schemeClr val="lt1"/>
                </a:solidFill>
                <a:effectLst/>
                <a:uFillTx/>
                <a:latin typeface="Arial"/>
              </a:defRPr>
            </a:lvl1pPr>
            <a:lvl2pPr lvl="1" algn="l" defTabSz="914400">
              <a:lnSpc>
                <a:spcPct val="90000"/>
              </a:lnSpc>
              <a:spcBef>
                <a:spcPts val="1134"/>
              </a:spcBef>
              <a:buClr>
                <a:srgbClr val="FFFFFF"/>
              </a:buClr>
              <a:buSzPct val="75000"/>
              <a:buFont typeface="Symbol" charset="2"/>
              <a:buChar char=""/>
              <a:tabLst>
                <a:tab pos="0" algn="l"/>
              </a:tabLst>
              <a:defRPr lang="hu-HU" sz="1800" b="0" u="none" strike="noStrike">
                <a:solidFill>
                  <a:schemeClr val="dk1"/>
                </a:solidFill>
                <a:effectLst/>
                <a:uFillTx/>
                <a:latin typeface="Arial"/>
              </a:defRPr>
            </a:lvl2pPr>
            <a:lvl3pPr lvl="2" algn="l" defTabSz="914400">
              <a:lnSpc>
                <a:spcPct val="90000"/>
              </a:lnSpc>
              <a:spcBef>
                <a:spcPts val="850"/>
              </a:spcBef>
              <a:buClr>
                <a:srgbClr val="FFFFFF"/>
              </a:buClr>
              <a:buSzPct val="45000"/>
              <a:buFont typeface="Wingdings" charset="2"/>
              <a:buChar char=""/>
              <a:tabLst>
                <a:tab pos="0" algn="l"/>
              </a:tabLst>
              <a:defRPr lang="hu-HU" sz="1800" b="0" u="none" strike="noStrike">
                <a:solidFill>
                  <a:schemeClr val="dk1"/>
                </a:solidFill>
                <a:effectLst/>
                <a:uFillTx/>
                <a:latin typeface="Arial"/>
              </a:defRPr>
            </a:lvl3pPr>
            <a:lvl4pPr lvl="3" algn="l" defTabSz="914400">
              <a:lnSpc>
                <a:spcPct val="90000"/>
              </a:lnSpc>
              <a:spcBef>
                <a:spcPts val="567"/>
              </a:spcBef>
              <a:buClr>
                <a:srgbClr val="FFFFFF"/>
              </a:buClr>
              <a:buSzPct val="75000"/>
              <a:buFont typeface="Symbol" charset="2"/>
              <a:buChar char=""/>
              <a:tabLst>
                <a:tab pos="0" algn="l"/>
              </a:tabLst>
              <a:defRPr lang="hu-HU" sz="1800" b="0" u="none" strike="noStrike">
                <a:solidFill>
                  <a:schemeClr val="dk1"/>
                </a:solidFill>
                <a:effectLst/>
                <a:uFillTx/>
                <a:latin typeface="Arial"/>
              </a:defRPr>
            </a:lvl4pPr>
            <a:lvl5pPr lvl="4" algn="l" defTabSz="914400">
              <a:lnSpc>
                <a:spcPct val="90000"/>
              </a:lnSpc>
              <a:spcBef>
                <a:spcPts val="283"/>
              </a:spcBef>
              <a:buClr>
                <a:srgbClr val="FFFFFF"/>
              </a:buClr>
              <a:buSzPct val="45000"/>
              <a:buFont typeface="Wingdings" charset="2"/>
              <a:buChar char=""/>
              <a:tabLst>
                <a:tab pos="0" algn="l"/>
              </a:tabLst>
              <a:defRPr lang="hu-HU" sz="1800" b="0" u="none" strike="noStrike">
                <a:solidFill>
                  <a:schemeClr val="dk1"/>
                </a:solidFill>
                <a:effectLst/>
                <a:uFillTx/>
                <a:latin typeface="Arial"/>
              </a:defRPr>
            </a:lvl5pPr>
            <a:lvl6pPr lvl="5" algn="l" defTabSz="914400">
              <a:lnSpc>
                <a:spcPct val="90000"/>
              </a:lnSpc>
              <a:spcBef>
                <a:spcPts val="283"/>
              </a:spcBef>
              <a:buClr>
                <a:srgbClr val="FFFFFF"/>
              </a:buClr>
              <a:buSzPct val="45000"/>
              <a:buFont typeface="Wingdings" charset="2"/>
              <a:buChar char=""/>
              <a:tabLst>
                <a:tab pos="0" algn="l"/>
              </a:tabLst>
              <a:defRPr lang="hu-HU" sz="1800" b="0" u="none" strike="noStrike">
                <a:solidFill>
                  <a:schemeClr val="dk1"/>
                </a:solidFill>
                <a:effectLst/>
                <a:uFillTx/>
                <a:latin typeface="Arial"/>
              </a:defRPr>
            </a:lvl6pPr>
            <a:lvl7pPr lvl="6" algn="l" defTabSz="914400">
              <a:lnSpc>
                <a:spcPct val="90000"/>
              </a:lnSpc>
              <a:spcBef>
                <a:spcPts val="283"/>
              </a:spcBef>
              <a:buClr>
                <a:srgbClr val="FFFFFF"/>
              </a:buClr>
              <a:buSzPct val="45000"/>
              <a:buFont typeface="Wingdings" charset="2"/>
              <a:buChar char=""/>
              <a:tabLst>
                <a:tab pos="0" algn="l"/>
              </a:tabLst>
              <a:defRPr lang="hu-HU" sz="1800" b="0" u="none" strike="noStrike">
                <a:solidFill>
                  <a:schemeClr val="dk1"/>
                </a:solidFill>
                <a:effectLst/>
                <a:uFillTx/>
                <a:latin typeface="Arial"/>
              </a:defRPr>
            </a:lvl7pPr>
          </a:lstStyle>
          <a:p>
            <a:pPr indent="0" algn="l" defTabSz="914400">
              <a:lnSpc>
                <a:spcPts val="601"/>
              </a:lnSpc>
              <a:spcBef>
                <a:spcPts val="1001"/>
              </a:spcBef>
              <a:tabLst>
                <a:tab pos="0" algn="l"/>
              </a:tabLst>
            </a:pPr>
            <a:r>
              <a:rPr lang="hu-HU" sz="1800" b="0" u="none" strike="noStrike">
                <a:solidFill>
                  <a:schemeClr val="lt1"/>
                </a:solidFill>
                <a:effectLst/>
                <a:uFillTx/>
                <a:latin typeface="Arial"/>
              </a:rPr>
              <a:t>Click to edit the outline text format</a:t>
            </a:r>
            <a:endParaRPr lang="hu-HU" sz="1800" b="0" u="none" strike="noStrike">
              <a:solidFill>
                <a:schemeClr val="lt1"/>
              </a:solidFill>
              <a:effectLst/>
              <a:uFillTx/>
              <a:latin typeface="Arial"/>
            </a:endParaRPr>
          </a:p>
          <a:p>
            <a:pPr marL="864000" lvl="1" indent="-324000" algn="l" defTabSz="914400">
              <a:lnSpc>
                <a:spcPct val="90000"/>
              </a:lnSpc>
              <a:spcBef>
                <a:spcPts val="1134"/>
              </a:spcBef>
              <a:buClr>
                <a:srgbClr val="FFFFFF"/>
              </a:buClr>
              <a:buSzPct val="75000"/>
              <a:buFont typeface="Symbol" charset="2"/>
              <a:buChar char=""/>
              <a:tabLst>
                <a:tab pos="0" algn="l"/>
              </a:tabLst>
            </a:pPr>
            <a:r>
              <a:rPr lang="hu-HU" sz="1800" b="0" u="none" strike="noStrike">
                <a:solidFill>
                  <a:schemeClr val="dk1"/>
                </a:solidFill>
                <a:effectLst/>
                <a:uFillTx/>
                <a:latin typeface="Arial"/>
              </a:rPr>
              <a:t>Second Outline Level</a:t>
            </a:r>
            <a:endParaRPr lang="hu-HU" sz="1800" b="0" u="none" strike="noStrike">
              <a:solidFill>
                <a:schemeClr val="dk1"/>
              </a:solidFill>
              <a:effectLst/>
              <a:uFillTx/>
              <a:latin typeface="Arial"/>
            </a:endParaRPr>
          </a:p>
          <a:p>
            <a:pPr marL="1296000" lvl="2" indent="-288000" algn="l" defTabSz="914400">
              <a:lnSpc>
                <a:spcPct val="90000"/>
              </a:lnSpc>
              <a:spcBef>
                <a:spcPts val="850"/>
              </a:spcBef>
              <a:buClr>
                <a:srgbClr val="FFFFFF"/>
              </a:buClr>
              <a:buSzPct val="45000"/>
              <a:buFont typeface="Wingdings" charset="2"/>
              <a:buChar char=""/>
              <a:tabLst>
                <a:tab pos="0" algn="l"/>
              </a:tabLst>
            </a:pPr>
            <a:r>
              <a:rPr lang="hu-HU" sz="1800" b="0" u="none" strike="noStrike">
                <a:solidFill>
                  <a:schemeClr val="dk1"/>
                </a:solidFill>
                <a:effectLst/>
                <a:uFillTx/>
                <a:latin typeface="Arial"/>
              </a:rPr>
              <a:t>Third Outline Level</a:t>
            </a:r>
            <a:endParaRPr lang="hu-HU" sz="1800" b="0" u="none" strike="noStrike">
              <a:solidFill>
                <a:schemeClr val="dk1"/>
              </a:solidFill>
              <a:effectLst/>
              <a:uFillTx/>
              <a:latin typeface="Arial"/>
            </a:endParaRPr>
          </a:p>
          <a:p>
            <a:pPr marL="1728000" lvl="3" indent="-216000" algn="l" defTabSz="914400">
              <a:lnSpc>
                <a:spcPct val="90000"/>
              </a:lnSpc>
              <a:spcBef>
                <a:spcPts val="567"/>
              </a:spcBef>
              <a:buClr>
                <a:srgbClr val="FFFFFF"/>
              </a:buClr>
              <a:buSzPct val="75000"/>
              <a:buFont typeface="Symbol" charset="2"/>
              <a:buChar char=""/>
              <a:tabLst>
                <a:tab pos="0" algn="l"/>
              </a:tabLst>
            </a:pPr>
            <a:r>
              <a:rPr lang="hu-HU" sz="1800" b="0" u="none" strike="noStrike">
                <a:solidFill>
                  <a:schemeClr val="dk1"/>
                </a:solidFill>
                <a:effectLst/>
                <a:uFillTx/>
                <a:latin typeface="Arial"/>
              </a:rPr>
              <a:t>Fourth Outline Level</a:t>
            </a:r>
            <a:endParaRPr lang="hu-HU" sz="1800" b="0" u="none" strike="noStrike">
              <a:solidFill>
                <a:schemeClr val="dk1"/>
              </a:solidFill>
              <a:effectLst/>
              <a:uFillTx/>
              <a:latin typeface="Arial"/>
            </a:endParaRPr>
          </a:p>
          <a:p>
            <a:pPr marL="2160000" lvl="4" indent="-216000" algn="l" defTabSz="914400">
              <a:lnSpc>
                <a:spcPct val="90000"/>
              </a:lnSpc>
              <a:spcBef>
                <a:spcPts val="283"/>
              </a:spcBef>
              <a:buClr>
                <a:srgbClr val="FFFFFF"/>
              </a:buClr>
              <a:buSzPct val="45000"/>
              <a:buFont typeface="Wingdings" charset="2"/>
              <a:buChar char=""/>
              <a:tabLst>
                <a:tab pos="0" algn="l"/>
              </a:tabLst>
            </a:pPr>
            <a:r>
              <a:rPr lang="hu-HU" sz="1800" b="0" u="none" strike="noStrike">
                <a:solidFill>
                  <a:schemeClr val="dk1"/>
                </a:solidFill>
                <a:effectLst/>
                <a:uFillTx/>
                <a:latin typeface="Arial"/>
              </a:rPr>
              <a:t>Fifth Outline Level</a:t>
            </a:r>
            <a:endParaRPr lang="hu-HU" sz="1800" b="0" u="none" strike="noStrike">
              <a:solidFill>
                <a:schemeClr val="dk1"/>
              </a:solidFill>
              <a:effectLst/>
              <a:uFillTx/>
              <a:latin typeface="Arial"/>
            </a:endParaRPr>
          </a:p>
          <a:p>
            <a:pPr marL="2592000" lvl="5" indent="-216000" algn="l" defTabSz="914400">
              <a:lnSpc>
                <a:spcPct val="90000"/>
              </a:lnSpc>
              <a:spcBef>
                <a:spcPts val="283"/>
              </a:spcBef>
              <a:buClr>
                <a:srgbClr val="FFFFFF"/>
              </a:buClr>
              <a:buSzPct val="45000"/>
              <a:buFont typeface="Wingdings" charset="2"/>
              <a:buChar char=""/>
              <a:tabLst>
                <a:tab pos="0" algn="l"/>
              </a:tabLst>
            </a:pPr>
            <a:r>
              <a:rPr lang="hu-HU" sz="1800" b="0" u="none" strike="noStrike">
                <a:solidFill>
                  <a:schemeClr val="dk1"/>
                </a:solidFill>
                <a:effectLst/>
                <a:uFillTx/>
                <a:latin typeface="Arial"/>
              </a:rPr>
              <a:t>Sixth Outline Level</a:t>
            </a:r>
            <a:endParaRPr lang="hu-HU" sz="1800" b="0" u="none" strike="noStrike">
              <a:solidFill>
                <a:schemeClr val="dk1"/>
              </a:solidFill>
              <a:effectLst/>
              <a:uFillTx/>
              <a:latin typeface="Arial"/>
            </a:endParaRPr>
          </a:p>
          <a:p>
            <a:pPr marL="3024000" lvl="6" indent="-216000" algn="l" defTabSz="914400">
              <a:lnSpc>
                <a:spcPct val="90000"/>
              </a:lnSpc>
              <a:spcBef>
                <a:spcPts val="283"/>
              </a:spcBef>
              <a:buClr>
                <a:srgbClr val="FFFFFF"/>
              </a:buClr>
              <a:buSzPct val="45000"/>
              <a:buFont typeface="Wingdings" charset="2"/>
              <a:buChar char=""/>
              <a:tabLst>
                <a:tab pos="0" algn="l"/>
              </a:tabLst>
            </a:pPr>
            <a:r>
              <a:rPr lang="hu-HU" sz="1800" b="0" u="none" strike="noStrike">
                <a:solidFill>
                  <a:schemeClr val="dk1"/>
                </a:solidFill>
                <a:effectLst/>
                <a:uFillTx/>
                <a:latin typeface="Arial"/>
              </a:rPr>
              <a:t>Seventh Outline Level</a:t>
            </a:r>
            <a:endParaRPr lang="hu-HU" sz="18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3"/>
    <p:sldLayoutId id="2147483654"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sp>
        <p:nvSpPr>
          <p:cNvPr id="26" name="Szalagív 3"/>
          <p:cNvSpPr/>
          <p:nvPr/>
        </p:nvSpPr>
        <p:spPr>
          <a:xfrm>
            <a:off x="2974680" y="6138720"/>
            <a:ext cx="713160" cy="718560"/>
          </a:xfrm>
          <a:prstGeom prst="blockArc">
            <a:avLst>
              <a:gd name="adj1" fmla="val 10816045"/>
              <a:gd name="adj2" fmla="val 21584789"/>
              <a:gd name="adj3" fmla="val 3855"/>
            </a:avLst>
          </a:prstGeom>
          <a:solidFill>
            <a:srgbClr val="000000"/>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sp>
        <p:nvSpPr>
          <p:cNvPr id="27" name="Lekerekített téglalap 8"/>
          <p:cNvSpPr/>
          <p:nvPr/>
        </p:nvSpPr>
        <p:spPr>
          <a:xfrm>
            <a:off x="3672000" y="829080"/>
            <a:ext cx="2601720" cy="4746240"/>
          </a:xfrm>
          <a:prstGeom prst="roundRect">
            <a:avLst>
              <a:gd name="adj" fmla="val 2710"/>
            </a:avLst>
          </a:prstGeom>
          <a:solidFill>
            <a:schemeClr val="accent2"/>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28" name="Lekerekített téglalap 9"/>
          <p:cNvSpPr/>
          <p:nvPr/>
        </p:nvSpPr>
        <p:spPr>
          <a:xfrm>
            <a:off x="6435720" y="829080"/>
            <a:ext cx="2601720" cy="4746240"/>
          </a:xfrm>
          <a:prstGeom prst="roundRect">
            <a:avLst>
              <a:gd name="adj" fmla="val 2710"/>
            </a:avLst>
          </a:prstGeom>
          <a:solidFill>
            <a:srgbClr val="F2D4CD"/>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29" name="Lekerekített téglalap 10"/>
          <p:cNvSpPr/>
          <p:nvPr/>
        </p:nvSpPr>
        <p:spPr>
          <a:xfrm>
            <a:off x="9169920" y="829080"/>
            <a:ext cx="2601720" cy="4746240"/>
          </a:xfrm>
          <a:prstGeom prst="roundRect">
            <a:avLst>
              <a:gd name="adj" fmla="val 2710"/>
            </a:avLst>
          </a:prstGeom>
          <a:solidFill>
            <a:srgbClr val="F2D4CD"/>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pic>
        <p:nvPicPr>
          <p:cNvPr id="30" name="Kép 12"/>
          <p:cNvPicPr/>
          <p:nvPr/>
        </p:nvPicPr>
        <p:blipFill>
          <a:blip r:embed="rId2"/>
          <a:stretch/>
        </p:blipFill>
        <p:spPr>
          <a:xfrm>
            <a:off x="370440" y="6153120"/>
            <a:ext cx="1063800" cy="356040"/>
          </a:xfrm>
          <a:prstGeom prst="rect">
            <a:avLst/>
          </a:prstGeom>
          <a:noFill/>
          <a:ln w="0">
            <a:noFill/>
          </a:ln>
        </p:spPr>
      </p:pic>
      <p:sp>
        <p:nvSpPr>
          <p:cNvPr id="31" name="PlaceHolder 1"/>
          <p:cNvSpPr>
            <a:spLocks noGrp="1"/>
          </p:cNvSpPr>
          <p:nvPr>
            <p:ph type="sldNum" idx="4"/>
          </p:nvPr>
        </p:nvSpPr>
        <p:spPr>
          <a:xfrm>
            <a:off x="9029160" y="61999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hu-HU" sz="1200" b="0" u="none" strike="noStrike">
                <a:solidFill>
                  <a:schemeClr val="dk1"/>
                </a:solidFill>
                <a:effectLst/>
                <a:uFillTx/>
                <a:latin typeface="Arial"/>
              </a:defRPr>
            </a:lvl1pPr>
          </a:lstStyle>
          <a:p>
            <a:pPr indent="0" algn="r" defTabSz="914400">
              <a:lnSpc>
                <a:spcPct val="100000"/>
              </a:lnSpc>
              <a:buNone/>
              <a:tabLst>
                <a:tab pos="0" algn="l"/>
              </a:tabLst>
            </a:pPr>
            <a:fld id="{60791B47-E83E-4088-9055-1AC96954ADBE}" type="slidenum">
              <a:rPr lang="hu-HU" sz="1200" b="0" u="none" strike="noStrike">
                <a:solidFill>
                  <a:schemeClr val="dk1"/>
                </a:solidFill>
                <a:effectLst/>
                <a:uFillTx/>
                <a:latin typeface="Arial"/>
              </a:rPr>
              <a:t>1</a:t>
            </a:fld>
            <a:endParaRPr lang="en-US" sz="1200" b="0" u="none" strike="noStrike">
              <a:solidFill>
                <a:srgbClr val="000000"/>
              </a:solidFill>
              <a:effectLst/>
              <a:uFillTx/>
              <a:latin typeface="Times New Roman"/>
            </a:endParaRPr>
          </a:p>
        </p:txBody>
      </p:sp>
      <p:sp>
        <p:nvSpPr>
          <p:cNvPr id="32"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hu-HU" sz="1800" b="0" u="none" strike="noStrike">
                <a:solidFill>
                  <a:schemeClr val="dk1"/>
                </a:solidFill>
                <a:effectLst/>
                <a:uFillTx/>
                <a:latin typeface="Arial"/>
              </a:defRPr>
            </a:lvl1pPr>
          </a:lstStyle>
          <a:p>
            <a:pPr indent="0" algn="l">
              <a:buNone/>
              <a:tabLst>
                <a:tab pos="0" algn="l"/>
              </a:tabLst>
            </a:pPr>
            <a:r>
              <a:rPr lang="hu-HU" sz="1800" b="0" u="none" strike="noStrike">
                <a:solidFill>
                  <a:schemeClr val="dk1"/>
                </a:solidFill>
                <a:effectLst/>
                <a:uFillTx/>
                <a:latin typeface="Arial"/>
              </a:rPr>
              <a:t>Click to edit the title text format</a:t>
            </a:r>
            <a:endParaRPr lang="hu-HU" sz="1800" b="0" u="none" strike="noStrike">
              <a:solidFill>
                <a:schemeClr val="dk1"/>
              </a:solidFill>
              <a:effectLst/>
              <a:uFillTx/>
              <a:latin typeface="Arial"/>
            </a:endParaRPr>
          </a:p>
        </p:txBody>
      </p:sp>
      <p:sp>
        <p:nvSpPr>
          <p:cNvPr id="33"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tabLst>
                <a:tab pos="0" algn="l"/>
              </a:tabLst>
              <a:defRPr lang="hu-HU" sz="1600" b="0" u="none" strike="noStrike">
                <a:solidFill>
                  <a:schemeClr val="dk1"/>
                </a:solidFill>
                <a:effectLst/>
                <a:uFillTx/>
                <a:latin typeface="Arial"/>
              </a:defRPr>
            </a:lvl1pPr>
            <a:lvl2pPr lvl="1" algn="l" defTabSz="914400">
              <a:lnSpc>
                <a:spcPct val="90000"/>
              </a:lnSpc>
              <a:spcBef>
                <a:spcPts val="1001"/>
              </a:spcBef>
              <a:buClr>
                <a:srgbClr val="000000"/>
              </a:buClr>
              <a:buSzPct val="75000"/>
              <a:buFont typeface="Symbol" charset="2"/>
              <a:buChar char=""/>
              <a:tabLst>
                <a:tab pos="0" algn="l"/>
              </a:tabLst>
              <a:defRPr lang="hu-HU" sz="1600" b="0" u="none" strike="noStrike">
                <a:solidFill>
                  <a:schemeClr val="dk1"/>
                </a:solidFill>
                <a:effectLst/>
                <a:uFillTx/>
                <a:latin typeface="Arial"/>
              </a:defRPr>
            </a:lvl2pPr>
            <a:lvl3pPr lvl="2" algn="l" defTabSz="914400">
              <a:lnSpc>
                <a:spcPct val="90000"/>
              </a:lnSpc>
              <a:spcBef>
                <a:spcPts val="1001"/>
              </a:spcBef>
              <a:buClr>
                <a:srgbClr val="000000"/>
              </a:buClr>
              <a:buSzPct val="45000"/>
              <a:buFont typeface="Wingdings" charset="2"/>
              <a:buChar char=""/>
              <a:tabLst>
                <a:tab pos="0" algn="l"/>
              </a:tabLst>
              <a:defRPr lang="hu-HU" sz="16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hu-HU" sz="32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7pPr>
          </a:lstStyle>
          <a:p>
            <a:pPr indent="-324000" algn="l" defTabSz="914400">
              <a:lnSpc>
                <a:spcPct val="90000"/>
              </a:lnSpc>
              <a:spcBef>
                <a:spcPts val="1001"/>
              </a:spcBef>
              <a:buClr>
                <a:srgbClr val="000000"/>
              </a:buClr>
              <a:buFont typeface="Arial"/>
              <a:buChar char="•"/>
              <a:tabLst>
                <a:tab pos="0" algn="l"/>
              </a:tabLst>
            </a:pPr>
            <a:r>
              <a:rPr lang="hu-HU" sz="1600" b="0" u="none" strike="noStrike">
                <a:solidFill>
                  <a:schemeClr val="dk1"/>
                </a:solidFill>
                <a:effectLst/>
                <a:uFillTx/>
                <a:latin typeface="Arial"/>
              </a:rPr>
              <a:t>Click to edit the outline text format</a:t>
            </a:r>
            <a:endParaRPr lang="hu-HU" sz="1600" b="0" u="none" strike="noStrike">
              <a:solidFill>
                <a:schemeClr val="dk1"/>
              </a:solidFill>
              <a:effectLst/>
              <a:uFillTx/>
              <a:latin typeface="Arial"/>
            </a:endParaRPr>
          </a:p>
          <a:p>
            <a:pPr marL="864000" lvl="1" indent="-324000" algn="l" defTabSz="914400">
              <a:lnSpc>
                <a:spcPct val="90000"/>
              </a:lnSpc>
              <a:spcBef>
                <a:spcPts val="1001"/>
              </a:spcBef>
              <a:buClr>
                <a:srgbClr val="000000"/>
              </a:buClr>
              <a:buSzPct val="75000"/>
              <a:buFont typeface="Symbol" charset="2"/>
              <a:buChar char=""/>
              <a:tabLst>
                <a:tab pos="0" algn="l"/>
              </a:tabLst>
            </a:pPr>
            <a:r>
              <a:rPr lang="hu-HU" sz="1600" b="0" u="none" strike="noStrike">
                <a:solidFill>
                  <a:schemeClr val="dk1"/>
                </a:solidFill>
                <a:effectLst/>
                <a:uFillTx/>
                <a:latin typeface="Arial"/>
              </a:rPr>
              <a:t>Second Outline Level</a:t>
            </a:r>
            <a:endParaRPr lang="hu-HU" sz="1600" b="0" u="none" strike="noStrike">
              <a:solidFill>
                <a:schemeClr val="dk1"/>
              </a:solidFill>
              <a:effectLst/>
              <a:uFillTx/>
              <a:latin typeface="Arial"/>
            </a:endParaRPr>
          </a:p>
          <a:p>
            <a:pPr marL="1296000" lvl="2" indent="-288000" algn="l" defTabSz="914400">
              <a:lnSpc>
                <a:spcPct val="90000"/>
              </a:lnSpc>
              <a:spcBef>
                <a:spcPts val="1001"/>
              </a:spcBef>
              <a:buClr>
                <a:srgbClr val="000000"/>
              </a:buClr>
              <a:buSzPct val="45000"/>
              <a:buFont typeface="Wingdings" charset="2"/>
              <a:buChar char=""/>
              <a:tabLst>
                <a:tab pos="0" algn="l"/>
              </a:tabLst>
            </a:pPr>
            <a:r>
              <a:rPr lang="hu-HU" sz="1600" b="0" u="none" strike="noStrike">
                <a:solidFill>
                  <a:schemeClr val="dk1"/>
                </a:solidFill>
                <a:effectLst/>
                <a:uFillTx/>
                <a:latin typeface="Arial"/>
              </a:rPr>
              <a:t>Third Outline Level</a:t>
            </a:r>
            <a:endParaRPr lang="hu-HU" sz="16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hu-HU" sz="3200" b="0" u="none" strike="noStrike">
                <a:solidFill>
                  <a:schemeClr val="dk1"/>
                </a:solidFill>
                <a:effectLst/>
                <a:uFillTx/>
                <a:latin typeface="Arial"/>
              </a:rPr>
              <a:t>Fourth Outline Level</a:t>
            </a:r>
            <a:endParaRPr lang="hu-HU" sz="32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Fifth Outline Level</a:t>
            </a:r>
            <a:endParaRPr lang="hu-HU" sz="32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Sixth Outline Level</a:t>
            </a:r>
            <a:endParaRPr lang="hu-HU" sz="32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Seventh Outline Level</a:t>
            </a:r>
            <a:endParaRPr lang="hu-HU" sz="32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sp>
        <p:nvSpPr>
          <p:cNvPr id="34" name="Szalagív 3"/>
          <p:cNvSpPr/>
          <p:nvPr/>
        </p:nvSpPr>
        <p:spPr>
          <a:xfrm>
            <a:off x="2974680" y="6138720"/>
            <a:ext cx="713160" cy="718560"/>
          </a:xfrm>
          <a:prstGeom prst="blockArc">
            <a:avLst>
              <a:gd name="adj1" fmla="val 10816045"/>
              <a:gd name="adj2" fmla="val 21584789"/>
              <a:gd name="adj3" fmla="val 3855"/>
            </a:avLst>
          </a:prstGeom>
          <a:solidFill>
            <a:srgbClr val="000000"/>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sp>
        <p:nvSpPr>
          <p:cNvPr id="35" name="Lekerekített téglalap 8"/>
          <p:cNvSpPr/>
          <p:nvPr/>
        </p:nvSpPr>
        <p:spPr>
          <a:xfrm>
            <a:off x="3672000" y="2143080"/>
            <a:ext cx="2601720" cy="3432240"/>
          </a:xfrm>
          <a:prstGeom prst="roundRect">
            <a:avLst>
              <a:gd name="adj" fmla="val 2710"/>
            </a:avLst>
          </a:prstGeom>
          <a:solidFill>
            <a:schemeClr val="accent2"/>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36" name="Lekerekített téglalap 9"/>
          <p:cNvSpPr/>
          <p:nvPr/>
        </p:nvSpPr>
        <p:spPr>
          <a:xfrm>
            <a:off x="6435720" y="2143080"/>
            <a:ext cx="2601720" cy="3432240"/>
          </a:xfrm>
          <a:prstGeom prst="roundRect">
            <a:avLst>
              <a:gd name="adj" fmla="val 2710"/>
            </a:avLst>
          </a:prstGeom>
          <a:solidFill>
            <a:srgbClr val="F2D4CD"/>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37" name="Lekerekített téglalap 10"/>
          <p:cNvSpPr/>
          <p:nvPr/>
        </p:nvSpPr>
        <p:spPr>
          <a:xfrm>
            <a:off x="9169920" y="2143080"/>
            <a:ext cx="2601720" cy="3432240"/>
          </a:xfrm>
          <a:prstGeom prst="roundRect">
            <a:avLst>
              <a:gd name="adj" fmla="val 2710"/>
            </a:avLst>
          </a:prstGeom>
          <a:solidFill>
            <a:srgbClr val="F2D4CD"/>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pic>
        <p:nvPicPr>
          <p:cNvPr id="38" name="Kép 2"/>
          <p:cNvPicPr/>
          <p:nvPr/>
        </p:nvPicPr>
        <p:blipFill>
          <a:blip r:embed="rId2"/>
          <a:stretch/>
        </p:blipFill>
        <p:spPr>
          <a:xfrm>
            <a:off x="370440" y="6153120"/>
            <a:ext cx="1063800" cy="356040"/>
          </a:xfrm>
          <a:prstGeom prst="rect">
            <a:avLst/>
          </a:prstGeom>
          <a:noFill/>
          <a:ln w="0">
            <a:noFill/>
          </a:ln>
        </p:spPr>
      </p:pic>
      <p:sp>
        <p:nvSpPr>
          <p:cNvPr id="39" name="PlaceHolder 1"/>
          <p:cNvSpPr>
            <a:spLocks noGrp="1"/>
          </p:cNvSpPr>
          <p:nvPr>
            <p:ph type="sldNum" idx="5"/>
          </p:nvPr>
        </p:nvSpPr>
        <p:spPr>
          <a:xfrm>
            <a:off x="9029160" y="61999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hu-HU" sz="1200" b="0" u="none" strike="noStrike">
                <a:solidFill>
                  <a:schemeClr val="dk1"/>
                </a:solidFill>
                <a:effectLst/>
                <a:uFillTx/>
                <a:latin typeface="Arial"/>
              </a:defRPr>
            </a:lvl1pPr>
          </a:lstStyle>
          <a:p>
            <a:pPr indent="0" algn="r" defTabSz="914400">
              <a:lnSpc>
                <a:spcPct val="100000"/>
              </a:lnSpc>
              <a:buNone/>
              <a:tabLst>
                <a:tab pos="0" algn="l"/>
              </a:tabLst>
            </a:pPr>
            <a:fld id="{F4C33459-D55A-4AC3-9A57-43F7C800ADB9}" type="slidenum">
              <a:rPr lang="hu-HU" sz="1200" b="0" u="none" strike="noStrike">
                <a:solidFill>
                  <a:schemeClr val="dk1"/>
                </a:solidFill>
                <a:effectLst/>
                <a:uFillTx/>
                <a:latin typeface="Arial"/>
              </a:rPr>
              <a:t>1</a:t>
            </a:fld>
            <a:endParaRPr lang="en-US" sz="1200" b="0" u="none" strike="noStrike">
              <a:solidFill>
                <a:srgbClr val="000000"/>
              </a:solidFill>
              <a:effectLst/>
              <a:uFillTx/>
              <a:latin typeface="Times New Roman"/>
            </a:endParaRPr>
          </a:p>
        </p:txBody>
      </p:sp>
      <p:sp>
        <p:nvSpPr>
          <p:cNvPr id="40"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hu-HU" sz="1800" b="0" u="none" strike="noStrike">
                <a:solidFill>
                  <a:schemeClr val="dk1"/>
                </a:solidFill>
                <a:effectLst/>
                <a:uFillTx/>
                <a:latin typeface="Arial"/>
              </a:defRPr>
            </a:lvl1pPr>
          </a:lstStyle>
          <a:p>
            <a:pPr indent="0" algn="l">
              <a:buNone/>
              <a:tabLst>
                <a:tab pos="0" algn="l"/>
              </a:tabLst>
            </a:pPr>
            <a:r>
              <a:rPr lang="hu-HU" sz="1800" b="0" u="none" strike="noStrike">
                <a:solidFill>
                  <a:schemeClr val="dk1"/>
                </a:solidFill>
                <a:effectLst/>
                <a:uFillTx/>
                <a:latin typeface="Arial"/>
              </a:rPr>
              <a:t>Click to edit the title text format</a:t>
            </a:r>
            <a:endParaRPr lang="hu-HU" sz="1800" b="0" u="none" strike="noStrike">
              <a:solidFill>
                <a:schemeClr val="dk1"/>
              </a:solidFill>
              <a:effectLst/>
              <a:uFillTx/>
              <a:latin typeface="Arial"/>
            </a:endParaRPr>
          </a:p>
        </p:txBody>
      </p:sp>
      <p:sp>
        <p:nvSpPr>
          <p:cNvPr id="41"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lnSpc>
                <a:spcPts val="601"/>
              </a:lnSpc>
              <a:spcBef>
                <a:spcPts val="1001"/>
              </a:spcBef>
              <a:tabLst>
                <a:tab pos="0" algn="l"/>
              </a:tabLst>
              <a:defRPr lang="hu-HU" sz="3200" b="0" u="none" strike="noStrike">
                <a:solidFill>
                  <a:schemeClr val="dk1"/>
                </a:solidFill>
                <a:effectLst/>
                <a:uFillTx/>
                <a:latin typeface="Arial"/>
              </a:defRPr>
            </a:lvl1pPr>
            <a:lvl2pPr lvl="1" algn="l" defTabSz="914400">
              <a:lnSpc>
                <a:spcPct val="90000"/>
              </a:lnSpc>
              <a:spcBef>
                <a:spcPts val="1001"/>
              </a:spcBef>
              <a:buClr>
                <a:srgbClr val="000000"/>
              </a:buClr>
              <a:buSzPct val="75000"/>
              <a:buFont typeface="Symbol" charset="2"/>
              <a:buChar char=""/>
              <a:tabLst>
                <a:tab pos="0" algn="l"/>
              </a:tabLst>
              <a:defRPr lang="hu-HU" sz="3200" b="0" u="none" strike="noStrike">
                <a:solidFill>
                  <a:schemeClr val="dk1"/>
                </a:solidFill>
                <a:effectLst/>
                <a:uFillTx/>
                <a:latin typeface="Arial"/>
              </a:defRPr>
            </a:lvl2pPr>
            <a:lvl3pPr lvl="2" algn="l" defTabSz="914400">
              <a:lnSpc>
                <a:spcPct val="90000"/>
              </a:lnSpc>
              <a:spcBef>
                <a:spcPts val="1001"/>
              </a:spcBef>
              <a:buClr>
                <a:srgbClr val="000000"/>
              </a:buClr>
              <a:buSzPct val="45000"/>
              <a:buFont typeface="Wingdings" charset="2"/>
              <a:buChar char=""/>
              <a:tabLst>
                <a:tab pos="0" algn="l"/>
              </a:tabLst>
              <a:defRPr lang="hu-HU" sz="32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hu-HU" sz="32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hu-HU" sz="3200" b="0" u="none" strike="noStrike">
                <a:solidFill>
                  <a:schemeClr val="dk1"/>
                </a:solidFill>
                <a:effectLst/>
                <a:uFillTx/>
                <a:latin typeface="Arial"/>
              </a:defRPr>
            </a:lvl7pPr>
          </a:lstStyle>
          <a:p>
            <a:pPr indent="0" algn="l" defTabSz="914400">
              <a:lnSpc>
                <a:spcPts val="601"/>
              </a:lnSpc>
              <a:spcBef>
                <a:spcPts val="1001"/>
              </a:spcBef>
              <a:tabLst>
                <a:tab pos="0" algn="l"/>
              </a:tabLst>
            </a:pPr>
            <a:r>
              <a:rPr lang="hu-HU" sz="3200" b="0" u="none" strike="noStrike">
                <a:solidFill>
                  <a:schemeClr val="dk1"/>
                </a:solidFill>
                <a:effectLst/>
                <a:uFillTx/>
                <a:latin typeface="Arial"/>
              </a:rPr>
              <a:t>Click to edit the outline text format</a:t>
            </a:r>
            <a:endParaRPr lang="hu-HU" sz="3200" b="0" u="none" strike="noStrike">
              <a:solidFill>
                <a:schemeClr val="dk1"/>
              </a:solidFill>
              <a:effectLst/>
              <a:uFillTx/>
              <a:latin typeface="Arial"/>
            </a:endParaRPr>
          </a:p>
          <a:p>
            <a:pPr marL="864000" lvl="1" indent="-324000" algn="l" defTabSz="914400">
              <a:lnSpc>
                <a:spcPct val="90000"/>
              </a:lnSpc>
              <a:spcBef>
                <a:spcPts val="1001"/>
              </a:spcBef>
              <a:buClr>
                <a:srgbClr val="000000"/>
              </a:buClr>
              <a:buSzPct val="75000"/>
              <a:buFont typeface="Symbol" charset="2"/>
              <a:buChar char=""/>
              <a:tabLst>
                <a:tab pos="0" algn="l"/>
              </a:tabLst>
            </a:pPr>
            <a:r>
              <a:rPr lang="hu-HU" sz="3200" b="0" u="none" strike="noStrike">
                <a:solidFill>
                  <a:schemeClr val="dk1"/>
                </a:solidFill>
                <a:effectLst/>
                <a:uFillTx/>
                <a:latin typeface="Arial"/>
              </a:rPr>
              <a:t>Second Outline Level</a:t>
            </a:r>
            <a:endParaRPr lang="hu-HU" sz="3200" b="0" u="none" strike="noStrike">
              <a:solidFill>
                <a:schemeClr val="dk1"/>
              </a:solidFill>
              <a:effectLst/>
              <a:uFillTx/>
              <a:latin typeface="Arial"/>
            </a:endParaRPr>
          </a:p>
          <a:p>
            <a:pPr marL="1296000" lvl="2" indent="-288000" algn="l" defTabSz="914400">
              <a:lnSpc>
                <a:spcPct val="90000"/>
              </a:lnSpc>
              <a:spcBef>
                <a:spcPts val="1001"/>
              </a:spcBef>
              <a:buClr>
                <a:srgbClr val="000000"/>
              </a:buClr>
              <a:buSzPct val="45000"/>
              <a:buFont typeface="Wingdings" charset="2"/>
              <a:buChar char=""/>
              <a:tabLst>
                <a:tab pos="0" algn="l"/>
              </a:tabLst>
            </a:pPr>
            <a:r>
              <a:rPr lang="hu-HU" sz="3200" b="0" u="none" strike="noStrike">
                <a:solidFill>
                  <a:schemeClr val="dk1"/>
                </a:solidFill>
                <a:effectLst/>
                <a:uFillTx/>
                <a:latin typeface="Arial"/>
              </a:rPr>
              <a:t>Third Outline Level</a:t>
            </a:r>
            <a:endParaRPr lang="hu-HU" sz="32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hu-HU" sz="3200" b="0" u="none" strike="noStrike">
                <a:solidFill>
                  <a:schemeClr val="dk1"/>
                </a:solidFill>
                <a:effectLst/>
                <a:uFillTx/>
                <a:latin typeface="Arial"/>
              </a:rPr>
              <a:t>Fourth Outline Level</a:t>
            </a:r>
            <a:endParaRPr lang="hu-HU" sz="32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Fifth Outline Level</a:t>
            </a:r>
            <a:endParaRPr lang="hu-HU" sz="32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Sixth Outline Level</a:t>
            </a:r>
            <a:endParaRPr lang="hu-HU" sz="32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hu-HU" sz="3200" b="0" u="none" strike="noStrike">
                <a:solidFill>
                  <a:schemeClr val="dk1"/>
                </a:solidFill>
                <a:effectLst/>
                <a:uFillTx/>
                <a:latin typeface="Arial"/>
              </a:rPr>
              <a:t>Seventh Outline Level</a:t>
            </a:r>
            <a:endParaRPr lang="hu-HU" sz="32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sp>
        <p:nvSpPr>
          <p:cNvPr id="42" name="Szalagív 3"/>
          <p:cNvSpPr/>
          <p:nvPr/>
        </p:nvSpPr>
        <p:spPr>
          <a:xfrm>
            <a:off x="2974680" y="6138720"/>
            <a:ext cx="713160" cy="718560"/>
          </a:xfrm>
          <a:prstGeom prst="blockArc">
            <a:avLst>
              <a:gd name="adj1" fmla="val 10816045"/>
              <a:gd name="adj2" fmla="val 21584789"/>
              <a:gd name="adj3" fmla="val 3855"/>
            </a:avLst>
          </a:prstGeom>
          <a:solidFill>
            <a:srgbClr val="000000"/>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pic>
        <p:nvPicPr>
          <p:cNvPr id="43" name="Kép 4"/>
          <p:cNvPicPr/>
          <p:nvPr/>
        </p:nvPicPr>
        <p:blipFill>
          <a:blip r:embed="rId2"/>
          <a:stretch/>
        </p:blipFill>
        <p:spPr>
          <a:xfrm>
            <a:off x="370440" y="6153120"/>
            <a:ext cx="1063800" cy="356040"/>
          </a:xfrm>
          <a:prstGeom prst="rect">
            <a:avLst/>
          </a:prstGeom>
          <a:noFill/>
          <a:ln w="0">
            <a:noFill/>
          </a:ln>
        </p:spPr>
      </p:pic>
      <p:sp>
        <p:nvSpPr>
          <p:cNvPr id="4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hu-HU" sz="1800" b="0" u="none" strike="noStrike">
                <a:solidFill>
                  <a:schemeClr val="dk1"/>
                </a:solidFill>
                <a:effectLst/>
                <a:uFillTx/>
                <a:latin typeface="Arial"/>
              </a:defRPr>
            </a:lvl1pPr>
          </a:lstStyle>
          <a:p>
            <a:pPr indent="0" algn="l">
              <a:buNone/>
              <a:tabLst>
                <a:tab pos="0" algn="l"/>
              </a:tabLst>
            </a:pPr>
            <a:r>
              <a:rPr lang="hu-HU" sz="1800" b="0" u="none" strike="noStrike">
                <a:solidFill>
                  <a:schemeClr val="dk1"/>
                </a:solidFill>
                <a:effectLst/>
                <a:uFillTx/>
                <a:latin typeface="Arial"/>
              </a:rPr>
              <a:t>Click to edit the title text format</a:t>
            </a:r>
            <a:endParaRPr lang="hu-HU" sz="1800" b="0" u="none" strike="noStrike">
              <a:solidFill>
                <a:schemeClr val="dk1"/>
              </a:solidFill>
              <a:effectLst/>
              <a:uFillTx/>
              <a:latin typeface="Arial"/>
            </a:endParaRPr>
          </a:p>
        </p:txBody>
      </p:sp>
      <p:sp>
        <p:nvSpPr>
          <p:cNvPr id="4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indent="0" algn="l" defTabSz="914400">
              <a:tabLst>
                <a:tab pos="0" algn="l"/>
              </a:tabLst>
              <a:defRPr lang="hu-HU" sz="1800" b="0" u="none" strike="noStrike">
                <a:solidFill>
                  <a:schemeClr val="dk1"/>
                </a:solidFill>
                <a:effectLst/>
                <a:uFillTx/>
                <a:latin typeface="Arial"/>
              </a:defRPr>
            </a:lvl1pPr>
            <a:lvl2pPr lvl="1" algn="l" defTabSz="914400">
              <a:lnSpc>
                <a:spcPct val="90000"/>
              </a:lnSpc>
              <a:spcBef>
                <a:spcPts val="1134"/>
              </a:spcBef>
              <a:buClr>
                <a:srgbClr val="000000"/>
              </a:buClr>
              <a:buSzPct val="75000"/>
              <a:buFont typeface="Symbol" charset="2"/>
              <a:buChar char=""/>
              <a:tabLst>
                <a:tab pos="0" algn="l"/>
              </a:tabLst>
              <a:defRPr lang="hu-HU" sz="1800" b="0" u="none" strike="noStrike">
                <a:solidFill>
                  <a:schemeClr val="dk1"/>
                </a:solidFill>
                <a:effectLst/>
                <a:uFillTx/>
                <a:latin typeface="Arial"/>
              </a:defRPr>
            </a:lvl2pPr>
            <a:lvl3pPr lvl="2" algn="l" defTabSz="914400">
              <a:lnSpc>
                <a:spcPct val="90000"/>
              </a:lnSpc>
              <a:spcBef>
                <a:spcPts val="850"/>
              </a:spcBef>
              <a:buClr>
                <a:srgbClr val="000000"/>
              </a:buClr>
              <a:buSzPct val="45000"/>
              <a:buFont typeface="Wingdings" charset="2"/>
              <a:buChar char=""/>
              <a:tabLst>
                <a:tab pos="0" algn="l"/>
              </a:tabLst>
              <a:defRPr lang="hu-HU"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tabLst>
                <a:tab pos="0" algn="l"/>
              </a:tabLst>
              <a:defRPr lang="hu-HU"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tabLst>
                <a:tab pos="0" algn="l"/>
              </a:tabLst>
              <a:defRPr lang="hu-HU"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tabLst>
                <a:tab pos="0" algn="l"/>
              </a:tabLst>
              <a:defRPr lang="hu-HU"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tabLst>
                <a:tab pos="0" algn="l"/>
              </a:tabLst>
              <a:defRPr lang="hu-HU" sz="1800" b="0" u="none" strike="noStrike">
                <a:solidFill>
                  <a:schemeClr val="dk1"/>
                </a:solidFill>
                <a:effectLst/>
                <a:uFillTx/>
                <a:latin typeface="Arial"/>
              </a:defRPr>
            </a:lvl7pPr>
          </a:lstStyle>
          <a:p>
            <a:pPr indent="0" algn="l" defTabSz="914400">
              <a:tabLst>
                <a:tab pos="0" algn="l"/>
              </a:tabLst>
            </a:pPr>
            <a:r>
              <a:rPr lang="hu-HU" sz="1800" b="0" u="none" strike="noStrike">
                <a:solidFill>
                  <a:schemeClr val="dk1"/>
                </a:solidFill>
                <a:effectLst/>
                <a:uFillTx/>
                <a:latin typeface="Arial"/>
              </a:rPr>
              <a:t>Click to edit the outline text format</a:t>
            </a:r>
            <a:endParaRPr lang="hu-HU" sz="18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tabLst>
                <a:tab pos="0" algn="l"/>
              </a:tabLst>
            </a:pPr>
            <a:r>
              <a:rPr lang="hu-HU" sz="1800" b="0" u="none" strike="noStrike">
                <a:solidFill>
                  <a:schemeClr val="dk1"/>
                </a:solidFill>
                <a:effectLst/>
                <a:uFillTx/>
                <a:latin typeface="Arial"/>
              </a:rPr>
              <a:t>Second Outline Level</a:t>
            </a:r>
            <a:endParaRPr lang="hu-HU" sz="18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tabLst>
                <a:tab pos="0" algn="l"/>
              </a:tabLst>
            </a:pPr>
            <a:r>
              <a:rPr lang="hu-HU" sz="1800" b="0" u="none" strike="noStrike">
                <a:solidFill>
                  <a:schemeClr val="dk1"/>
                </a:solidFill>
                <a:effectLst/>
                <a:uFillTx/>
                <a:latin typeface="Arial"/>
              </a:rPr>
              <a:t>Third Outline Level</a:t>
            </a:r>
            <a:endParaRPr lang="hu-HU" sz="18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tabLst>
                <a:tab pos="0" algn="l"/>
              </a:tabLst>
            </a:pPr>
            <a:r>
              <a:rPr lang="hu-HU" sz="1800" b="0" u="none" strike="noStrike">
                <a:solidFill>
                  <a:schemeClr val="dk1"/>
                </a:solidFill>
                <a:effectLst/>
                <a:uFillTx/>
                <a:latin typeface="Arial"/>
              </a:rPr>
              <a:t>Fourth Outline Level</a:t>
            </a:r>
            <a:endParaRPr lang="hu-HU" sz="18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tabLst>
                <a:tab pos="0" algn="l"/>
              </a:tabLst>
            </a:pPr>
            <a:r>
              <a:rPr lang="hu-HU" sz="1800" b="0" u="none" strike="noStrike">
                <a:solidFill>
                  <a:schemeClr val="dk1"/>
                </a:solidFill>
                <a:effectLst/>
                <a:uFillTx/>
                <a:latin typeface="Arial"/>
              </a:rPr>
              <a:t>Fifth Outline Level</a:t>
            </a:r>
            <a:endParaRPr lang="hu-HU" sz="18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tabLst>
                <a:tab pos="0" algn="l"/>
              </a:tabLst>
            </a:pPr>
            <a:r>
              <a:rPr lang="hu-HU" sz="1800" b="0" u="none" strike="noStrike">
                <a:solidFill>
                  <a:schemeClr val="dk1"/>
                </a:solidFill>
                <a:effectLst/>
                <a:uFillTx/>
                <a:latin typeface="Arial"/>
              </a:rPr>
              <a:t>Sixth Outline Level</a:t>
            </a:r>
            <a:endParaRPr lang="hu-HU" sz="18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tabLst>
                <a:tab pos="0" algn="l"/>
              </a:tabLst>
            </a:pPr>
            <a:r>
              <a:rPr lang="hu-HU" sz="1800" b="0" u="none" strike="noStrike">
                <a:solidFill>
                  <a:schemeClr val="dk1"/>
                </a:solidFill>
                <a:effectLst/>
                <a:uFillTx/>
                <a:latin typeface="Arial"/>
              </a:rPr>
              <a:t>Seventh Outline Level</a:t>
            </a:r>
            <a:endParaRPr lang="hu-HU" sz="18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0"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6365880" y="3390120"/>
            <a:ext cx="5388480" cy="72432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hu-HU" sz="2600" b="1" u="none" strike="noStrike">
                <a:solidFill>
                  <a:schemeClr val="lt1"/>
                </a:solidFill>
                <a:effectLst/>
                <a:uFillTx/>
                <a:latin typeface="Arial"/>
              </a:rPr>
              <a:t>Customer support chatbot</a:t>
            </a:r>
            <a:endParaRPr lang="hu-HU" sz="2600" b="0" u="none" strike="noStrike">
              <a:solidFill>
                <a:schemeClr val="lt1"/>
              </a:solidFill>
              <a:effectLst/>
              <a:uFillTx/>
              <a:latin typeface="Georgia"/>
            </a:endParaRPr>
          </a:p>
        </p:txBody>
      </p:sp>
      <p:sp>
        <p:nvSpPr>
          <p:cNvPr id="53" name="PlaceHolder 2"/>
          <p:cNvSpPr>
            <a:spLocks noGrp="1"/>
          </p:cNvSpPr>
          <p:nvPr>
            <p:ph/>
          </p:nvPr>
        </p:nvSpPr>
        <p:spPr>
          <a:xfrm>
            <a:off x="6365880" y="4142880"/>
            <a:ext cx="5388480" cy="654840"/>
          </a:xfrm>
          <a:prstGeom prst="rect">
            <a:avLst/>
          </a:prstGeom>
          <a:noFill/>
          <a:ln w="0">
            <a:noFill/>
          </a:ln>
        </p:spPr>
        <p:txBody>
          <a:bodyPr lIns="91440" tIns="45720" rIns="91440" bIns="45720" anchor="t">
            <a:noAutofit/>
          </a:bodyPr>
          <a:p>
            <a:pPr indent="0" algn="l" defTabSz="914400">
              <a:lnSpc>
                <a:spcPct val="100000"/>
              </a:lnSpc>
              <a:spcBef>
                <a:spcPts val="1001"/>
              </a:spcBef>
              <a:buNone/>
              <a:tabLst>
                <a:tab pos="0" algn="l"/>
              </a:tabLst>
            </a:pPr>
            <a:r>
              <a:rPr lang="hu-HU" sz="1600" b="0" u="none" strike="noStrike">
                <a:solidFill>
                  <a:schemeClr val="lt1"/>
                </a:solidFill>
                <a:effectLst/>
                <a:uFillTx/>
                <a:latin typeface="Arial"/>
              </a:rPr>
              <a:t>Operation of Large Language Models</a:t>
            </a:r>
            <a:endParaRPr lang="hu-HU" sz="1600" b="0" u="none" strike="noStrike">
              <a:solidFill>
                <a:schemeClr val="lt1"/>
              </a:solidFill>
              <a:effectLst/>
              <a:uFillTx/>
              <a:latin typeface="Arial"/>
            </a:endParaRPr>
          </a:p>
        </p:txBody>
      </p:sp>
      <p:sp>
        <p:nvSpPr>
          <p:cNvPr id="54" name="TextBox 5"/>
          <p:cNvSpPr/>
          <p:nvPr/>
        </p:nvSpPr>
        <p:spPr>
          <a:xfrm>
            <a:off x="631080" y="1463040"/>
            <a:ext cx="6619680" cy="1554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5100" b="1" u="none" strike="noStrike">
                <a:solidFill>
                  <a:srgbClr val="FFFFFF"/>
                </a:solidFill>
                <a:effectLst/>
                <a:uFillTx/>
                <a:latin typeface="Arial"/>
                <a:ea typeface="DejaVu Sans"/>
              </a:rPr>
              <a:t>Cairnly</a:t>
            </a:r>
            <a:endParaRPr lang="en-US" sz="5100" b="0" u="none" strike="noStrike">
              <a:solidFill>
                <a:srgbClr val="FFFFFF"/>
              </a:solidFill>
              <a:effectLst/>
              <a:uFillTx/>
              <a:latin typeface="Arial"/>
            </a:endParaRPr>
          </a:p>
          <a:p>
            <a:pPr defTabSz="914400">
              <a:lnSpc>
                <a:spcPct val="100000"/>
              </a:lnSpc>
            </a:pPr>
            <a:r>
              <a:rPr lang="hu-HU" sz="5100" b="1" u="none" strike="noStrike">
                <a:solidFill>
                  <a:srgbClr val="FFFFFF"/>
                </a:solidFill>
                <a:effectLst/>
                <a:uFillTx/>
                <a:latin typeface="Arial"/>
                <a:ea typeface="DejaVu Sans"/>
              </a:rPr>
              <a:t>Assistant</a:t>
            </a:r>
            <a:endParaRPr lang="en-US" sz="5100" b="0" u="none" strike="noStrike">
              <a:solidFill>
                <a:srgbClr val="FFFFFF"/>
              </a:solidFill>
              <a:effectLst/>
              <a:uFillTx/>
              <a:latin typeface="Arial"/>
            </a:endParaRPr>
          </a:p>
        </p:txBody>
      </p:sp>
      <p:sp>
        <p:nvSpPr>
          <p:cNvPr id="55" name="Rectangle 6"/>
          <p:cNvSpPr/>
          <p:nvPr/>
        </p:nvSpPr>
        <p:spPr>
          <a:xfrm>
            <a:off x="676800" y="3227760"/>
            <a:ext cx="98676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56" name="TextBox 7"/>
          <p:cNvSpPr/>
          <p:nvPr/>
        </p:nvSpPr>
        <p:spPr>
          <a:xfrm>
            <a:off x="667440" y="5121720"/>
            <a:ext cx="6857280" cy="27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1" u="none" strike="noStrike">
                <a:solidFill>
                  <a:srgbClr val="FF3E31"/>
                </a:solidFill>
                <a:effectLst/>
                <a:uFillTx/>
                <a:latin typeface="Arial"/>
                <a:ea typeface="DejaVu Sans"/>
              </a:rPr>
              <a:t>PROJECT 1  /  GROUP A</a:t>
            </a:r>
            <a:endParaRPr lang="en-US" sz="1800" b="0" u="none" strike="noStrike">
              <a:solidFill>
                <a:srgbClr val="FFFFFF"/>
              </a:solidFill>
              <a:effectLst/>
              <a:uFillTx/>
              <a:latin typeface="Arial"/>
            </a:endParaRPr>
          </a:p>
        </p:txBody>
      </p:sp>
      <p:sp>
        <p:nvSpPr>
          <p:cNvPr id="57" name="TextBox 8"/>
          <p:cNvSpPr/>
          <p:nvPr/>
        </p:nvSpPr>
        <p:spPr>
          <a:xfrm>
            <a:off x="667440" y="3959280"/>
            <a:ext cx="7588800" cy="49320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
        <p:nvSpPr>
          <p:cNvPr id="58" name="TextBox 9"/>
          <p:cNvSpPr/>
          <p:nvPr/>
        </p:nvSpPr>
        <p:spPr>
          <a:xfrm>
            <a:off x="667440" y="4535280"/>
            <a:ext cx="8320320" cy="243720"/>
          </a:xfrm>
          <a:prstGeom prst="rect">
            <a:avLst/>
          </a:prstGeom>
          <a:noFill/>
          <a:ln w="0">
            <a:noFill/>
          </a:ln>
        </p:spPr>
        <p:style>
          <a:lnRef idx="0"/>
          <a:fillRef idx="0"/>
          <a:effectRef idx="0"/>
          <a:fontRef idx="minor"/>
        </p:style>
        <p:txBody>
          <a:bodyPr lIns="0" tIns="0" rIns="0" bIns="0" anchor="t">
            <a:spAutoFit/>
          </a:bodyPr>
          <a:p>
            <a:endParaRPr lang="en-US" sz="1800" b="0" u="none" strike="noStrike">
              <a:solidFill>
                <a:srgbClr val="FFFFFF"/>
              </a:solidFill>
              <a:effectLst/>
              <a:uFillTx/>
              <a:latin typeface="Arial"/>
            </a:endParaRPr>
          </a:p>
        </p:txBody>
      </p:sp>
      <p:sp>
        <p:nvSpPr>
          <p:cNvPr id="59" name="TextBox 11"/>
          <p:cNvSpPr/>
          <p:nvPr/>
        </p:nvSpPr>
        <p:spPr>
          <a:xfrm>
            <a:off x="667440" y="5422320"/>
            <a:ext cx="8046000" cy="259200"/>
          </a:xfrm>
          <a:prstGeom prst="rect">
            <a:avLst/>
          </a:prstGeom>
          <a:noFill/>
          <a:ln w="0">
            <a:noFill/>
          </a:ln>
        </p:spPr>
        <p:style>
          <a:lnRef idx="0"/>
          <a:fillRef idx="0"/>
          <a:effectRef idx="0"/>
          <a:fontRef idx="minor"/>
        </p:style>
        <p:txBody>
          <a:bodyPr lIns="0" tIns="0" rIns="0" bIns="0" anchor="t">
            <a:spAutoFit/>
          </a:bodyPr>
          <a:p>
            <a:pPr defTabSz="914400">
              <a:lnSpc>
                <a:spcPct val="100000"/>
              </a:lnSpc>
              <a:spcBef>
                <a:spcPts val="1191"/>
              </a:spcBef>
              <a:spcAft>
                <a:spcPts val="992"/>
              </a:spcAft>
            </a:pPr>
            <a:r>
              <a:rPr lang="hu-HU" sz="1700" b="0" u="none" strike="noStrike">
                <a:solidFill>
                  <a:srgbClr val="FFFFFF"/>
                </a:solidFill>
                <a:effectLst/>
                <a:uFillTx/>
                <a:latin typeface="Arial"/>
                <a:ea typeface="DejaVu Sans"/>
              </a:rPr>
              <a:t>Péter Palotai, András Biró, Mariam Makhniashvili, Bálint Biricz</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p:nvPr>
        </p:nvSpPr>
        <p:spPr>
          <a:xfrm>
            <a:off x="261000" y="686520"/>
            <a:ext cx="2712960" cy="1811520"/>
          </a:xfrm>
          <a:prstGeom prst="rect">
            <a:avLst/>
          </a:prstGeom>
          <a:noFill/>
          <a:ln w="0">
            <a:noFill/>
          </a:ln>
        </p:spPr>
        <p:txBody>
          <a:bodyPr lIns="90000" tIns="45000" rIns="90000" bIns="45000" anchor="t">
            <a:noAutofit/>
          </a:bodyPr>
          <a:p>
            <a:pPr indent="0" algn="l" defTabSz="914400">
              <a:buNone/>
              <a:tabLst>
                <a:tab pos="0" algn="l"/>
              </a:tabLst>
            </a:pPr>
            <a:endParaRPr lang="hu-HU" sz="1800" b="0" u="none" strike="noStrike">
              <a:solidFill>
                <a:schemeClr val="dk1"/>
              </a:solidFill>
              <a:effectLst/>
              <a:uFillTx/>
              <a:latin typeface="Arial"/>
            </a:endParaRPr>
          </a:p>
        </p:txBody>
      </p:sp>
      <p:sp>
        <p:nvSpPr>
          <p:cNvPr id="61" name="PlaceHolder 2"/>
          <p:cNvSpPr>
            <a:spLocks noGrp="1"/>
          </p:cNvSpPr>
          <p:nvPr>
            <p:ph/>
          </p:nvPr>
        </p:nvSpPr>
        <p:spPr>
          <a:xfrm>
            <a:off x="280080" y="2780280"/>
            <a:ext cx="2693880" cy="2818440"/>
          </a:xfrm>
          <a:prstGeom prst="rect">
            <a:avLst/>
          </a:prstGeom>
          <a:noFill/>
          <a:ln w="0">
            <a:noFill/>
          </a:ln>
        </p:spPr>
        <p:txBody>
          <a:bodyPr lIns="90000" tIns="45000" rIns="90000" bIns="45000" anchor="t">
            <a:noAutofit/>
          </a:bodyPr>
          <a:p>
            <a:pPr indent="0" algn="l" defTabSz="914400">
              <a:buNone/>
              <a:tabLst>
                <a:tab pos="0" algn="l"/>
              </a:tabLst>
            </a:pPr>
            <a:endParaRPr lang="hu-HU" sz="1800" b="0" u="none" strike="noStrike">
              <a:solidFill>
                <a:schemeClr val="dk1"/>
              </a:solidFill>
              <a:effectLst/>
              <a:uFillTx/>
              <a:latin typeface="Arial"/>
            </a:endParaRPr>
          </a:p>
        </p:txBody>
      </p:sp>
      <p:sp>
        <p:nvSpPr>
          <p:cNvPr id="62" name="TextBox 8"/>
          <p:cNvSpPr/>
          <p:nvPr/>
        </p:nvSpPr>
        <p:spPr>
          <a:xfrm>
            <a:off x="594360" y="475560"/>
            <a:ext cx="10926360" cy="518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3400" b="1" u="none" strike="noStrike">
                <a:solidFill>
                  <a:srgbClr val="221818"/>
                </a:solidFill>
                <a:effectLst/>
                <a:uFillTx/>
                <a:latin typeface="Arial"/>
                <a:ea typeface="DejaVu Sans"/>
              </a:rPr>
              <a:t>Problem, scope and knowledge sources</a:t>
            </a:r>
            <a:endParaRPr lang="en-US" sz="3400" b="0" u="none" strike="noStrike">
              <a:solidFill>
                <a:srgbClr val="000000"/>
              </a:solidFill>
              <a:effectLst/>
              <a:uFillTx/>
              <a:latin typeface="Arial"/>
            </a:endParaRPr>
          </a:p>
        </p:txBody>
      </p:sp>
      <p:sp>
        <p:nvSpPr>
          <p:cNvPr id="63" name="Rectangle 9"/>
          <p:cNvSpPr/>
          <p:nvPr/>
        </p:nvSpPr>
        <p:spPr>
          <a:xfrm>
            <a:off x="621720" y="1124640"/>
            <a:ext cx="105084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64" name="TextBox 10"/>
          <p:cNvSpPr/>
          <p:nvPr/>
        </p:nvSpPr>
        <p:spPr>
          <a:xfrm>
            <a:off x="621720" y="1353240"/>
            <a:ext cx="10926360" cy="5788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900" b="0" u="none" strike="noStrike">
                <a:solidFill>
                  <a:srgbClr val="6F4642"/>
                </a:solidFill>
                <a:effectLst/>
                <a:uFillTx/>
                <a:latin typeface="Arial"/>
                <a:ea typeface="DejaVu Sans"/>
              </a:rPr>
              <a:t>Cairnly Outdoor is a fictional EU outdoor-gear shop. We built a working prototype for recurring support questions.</a:t>
            </a:r>
            <a:endParaRPr lang="en-US" sz="1900" b="0" u="none" strike="noStrike">
              <a:solidFill>
                <a:srgbClr val="000000"/>
              </a:solidFill>
              <a:effectLst/>
              <a:uFillTx/>
              <a:latin typeface="Arial"/>
            </a:endParaRPr>
          </a:p>
        </p:txBody>
      </p:sp>
      <p:sp>
        <p:nvSpPr>
          <p:cNvPr id="65" name="Rounded Rectangle 11"/>
          <p:cNvSpPr/>
          <p:nvPr/>
        </p:nvSpPr>
        <p:spPr>
          <a:xfrm>
            <a:off x="594360" y="2094120"/>
            <a:ext cx="3492360" cy="3254400"/>
          </a:xfrm>
          <a:prstGeom prst="roundRect">
            <a:avLst>
              <a:gd name="adj" fmla="val 16667"/>
            </a:avLst>
          </a:prstGeom>
          <a:solidFill>
            <a:srgbClr val="FFFFFF"/>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66" name="TextBox 12"/>
          <p:cNvSpPr/>
          <p:nvPr/>
        </p:nvSpPr>
        <p:spPr>
          <a:xfrm>
            <a:off x="831960" y="2304360"/>
            <a:ext cx="3016800" cy="320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100" b="1" u="none" strike="noStrike">
                <a:solidFill>
                  <a:srgbClr val="221818"/>
                </a:solidFill>
                <a:effectLst/>
                <a:uFillTx/>
                <a:latin typeface="Arial"/>
                <a:ea typeface="DejaVu Sans"/>
              </a:rPr>
              <a:t>Customer requests</a:t>
            </a:r>
            <a:endParaRPr lang="en-US" sz="2100" b="0" u="none" strike="noStrike">
              <a:solidFill>
                <a:srgbClr val="000000"/>
              </a:solidFill>
              <a:effectLst/>
              <a:uFillTx/>
              <a:latin typeface="Arial"/>
            </a:endParaRPr>
          </a:p>
        </p:txBody>
      </p:sp>
      <p:sp>
        <p:nvSpPr>
          <p:cNvPr id="67" name="TextBox 13"/>
          <p:cNvSpPr/>
          <p:nvPr/>
        </p:nvSpPr>
        <p:spPr>
          <a:xfrm>
            <a:off x="831960" y="2907720"/>
            <a:ext cx="3016800" cy="1645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0" u="none" strike="noStrike">
                <a:solidFill>
                  <a:srgbClr val="221818"/>
                </a:solidFill>
                <a:effectLst/>
                <a:uFillTx/>
                <a:latin typeface="Arial"/>
                <a:ea typeface="DejaVu Sans"/>
              </a:rPr>
              <a:t>• Shipping, returns and warranty</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“Where is my order?”</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Questions with exceptions</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Category (7) and urgency classification</a:t>
            </a:r>
            <a:endParaRPr lang="en-US" sz="1800" b="0" u="none" strike="noStrike">
              <a:solidFill>
                <a:srgbClr val="000000"/>
              </a:solidFill>
              <a:effectLst/>
              <a:uFillTx/>
              <a:latin typeface="Arial"/>
            </a:endParaRPr>
          </a:p>
        </p:txBody>
      </p:sp>
      <p:sp>
        <p:nvSpPr>
          <p:cNvPr id="68" name="Rounded Rectangle 14"/>
          <p:cNvSpPr/>
          <p:nvPr/>
        </p:nvSpPr>
        <p:spPr>
          <a:xfrm>
            <a:off x="4361760" y="2094120"/>
            <a:ext cx="3492360" cy="3254400"/>
          </a:xfrm>
          <a:prstGeom prst="roundRect">
            <a:avLst>
              <a:gd name="adj" fmla="val 16667"/>
            </a:avLst>
          </a:prstGeom>
          <a:solidFill>
            <a:srgbClr val="FFFFFF"/>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69" name="TextBox 15"/>
          <p:cNvSpPr/>
          <p:nvPr/>
        </p:nvSpPr>
        <p:spPr>
          <a:xfrm>
            <a:off x="4599360" y="2304360"/>
            <a:ext cx="3016800" cy="320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100" b="1" u="none" strike="noStrike">
                <a:solidFill>
                  <a:srgbClr val="221818"/>
                </a:solidFill>
                <a:effectLst/>
                <a:uFillTx/>
                <a:latin typeface="Arial"/>
                <a:ea typeface="DejaVu Sans"/>
              </a:rPr>
              <a:t>Simulated knowledge</a:t>
            </a:r>
            <a:endParaRPr lang="en-US" sz="2100" b="0" u="none" strike="noStrike">
              <a:solidFill>
                <a:srgbClr val="000000"/>
              </a:solidFill>
              <a:effectLst/>
              <a:uFillTx/>
              <a:latin typeface="Arial"/>
            </a:endParaRPr>
          </a:p>
        </p:txBody>
      </p:sp>
      <p:sp>
        <p:nvSpPr>
          <p:cNvPr id="70" name="TextBox 16"/>
          <p:cNvSpPr/>
          <p:nvPr/>
        </p:nvSpPr>
        <p:spPr>
          <a:xfrm>
            <a:off x="4599360" y="2907720"/>
            <a:ext cx="3016800" cy="1371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0" u="none" strike="noStrike">
                <a:solidFill>
                  <a:srgbClr val="221818"/>
                </a:solidFill>
                <a:effectLst/>
                <a:uFillTx/>
                <a:latin typeface="Arial"/>
                <a:ea typeface="DejaVu Sans"/>
              </a:rPr>
              <a:t>• 25 Help Centre documents</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5 invented orders</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Read-only SQLite database</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Rebuilt by data/create_db.py</a:t>
            </a:r>
            <a:endParaRPr lang="en-US" sz="1800" b="0" u="none" strike="noStrike">
              <a:solidFill>
                <a:srgbClr val="000000"/>
              </a:solidFill>
              <a:effectLst/>
              <a:uFillTx/>
              <a:latin typeface="Arial"/>
            </a:endParaRPr>
          </a:p>
        </p:txBody>
      </p:sp>
      <p:sp>
        <p:nvSpPr>
          <p:cNvPr id="71" name="Rounded Rectangle 17"/>
          <p:cNvSpPr/>
          <p:nvPr/>
        </p:nvSpPr>
        <p:spPr>
          <a:xfrm>
            <a:off x="8129160" y="2094120"/>
            <a:ext cx="3492360" cy="3254400"/>
          </a:xfrm>
          <a:prstGeom prst="roundRect">
            <a:avLst>
              <a:gd name="adj" fmla="val 16667"/>
            </a:avLst>
          </a:prstGeom>
          <a:solidFill>
            <a:srgbClr val="FFFFFF"/>
          </a:solidFill>
          <a:ln w="648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72" name="TextBox 18"/>
          <p:cNvSpPr/>
          <p:nvPr/>
        </p:nvSpPr>
        <p:spPr>
          <a:xfrm>
            <a:off x="8366760" y="2304360"/>
            <a:ext cx="3016800" cy="320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100" b="1" u="none" strike="noStrike">
                <a:solidFill>
                  <a:srgbClr val="221818"/>
                </a:solidFill>
                <a:effectLst/>
                <a:uFillTx/>
                <a:latin typeface="Arial"/>
                <a:ea typeface="DejaVu Sans"/>
              </a:rPr>
              <a:t>Project boundaries</a:t>
            </a:r>
            <a:endParaRPr lang="en-US" sz="2100" b="0" u="none" strike="noStrike">
              <a:solidFill>
                <a:srgbClr val="000000"/>
              </a:solidFill>
              <a:effectLst/>
              <a:uFillTx/>
              <a:latin typeface="Arial"/>
            </a:endParaRPr>
          </a:p>
        </p:txBody>
      </p:sp>
      <p:sp>
        <p:nvSpPr>
          <p:cNvPr id="73" name="TextBox 19"/>
          <p:cNvSpPr/>
          <p:nvPr/>
        </p:nvSpPr>
        <p:spPr>
          <a:xfrm>
            <a:off x="8366760" y="2907720"/>
            <a:ext cx="3016800" cy="21945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0" u="none" strike="noStrike">
                <a:solidFill>
                  <a:srgbClr val="221818"/>
                </a:solidFill>
                <a:effectLst/>
                <a:uFillTx/>
                <a:latin typeface="Arial"/>
                <a:ea typeface="DejaVu Sans"/>
              </a:rPr>
              <a:t>• Answer only from supplied data</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Decline unsupported requests</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Never handle payment cards</a:t>
            </a:r>
            <a:endParaRPr lang="en-US" sz="1800" b="0" u="none" strike="noStrike">
              <a:solidFill>
                <a:srgbClr val="000000"/>
              </a:solidFill>
              <a:effectLst/>
              <a:uFillTx/>
              <a:latin typeface="Arial"/>
            </a:endParaRPr>
          </a:p>
          <a:p>
            <a:pPr defTabSz="914400">
              <a:lnSpc>
                <a:spcPct val="100000"/>
              </a:lnSpc>
            </a:pPr>
            <a:r>
              <a:rPr lang="hu-HU" sz="1800" b="0" u="none" strike="noStrike">
                <a:solidFill>
                  <a:srgbClr val="221818"/>
                </a:solidFill>
                <a:effectLst/>
                <a:uFillTx/>
                <a:latin typeface="Arial"/>
                <a:ea typeface="DejaVu Sans"/>
              </a:rPr>
              <a:t>• No real personal or order data</a:t>
            </a:r>
            <a:endParaRPr lang="en-US" sz="1800" b="0" u="none" strike="noStrike">
              <a:solidFill>
                <a:srgbClr val="000000"/>
              </a:solidFill>
              <a:effectLst/>
              <a:uFillTx/>
              <a:latin typeface="Arial"/>
            </a:endParaRPr>
          </a:p>
        </p:txBody>
      </p:sp>
      <p:sp>
        <p:nvSpPr>
          <p:cNvPr id="74" name="Rectangle 20"/>
          <p:cNvSpPr/>
          <p:nvPr/>
        </p:nvSpPr>
        <p:spPr>
          <a:xfrm>
            <a:off x="649080" y="5568840"/>
            <a:ext cx="10880640" cy="24840"/>
          </a:xfrm>
          <a:prstGeom prst="rect">
            <a:avLst/>
          </a:prstGeom>
          <a:solidFill>
            <a:srgbClr val="FF3E31"/>
          </a:solidFill>
          <a:ln w="6480">
            <a:noFill/>
          </a:ln>
        </p:spPr>
        <p:style>
          <a:lnRef idx="0"/>
          <a:fillRef idx="0"/>
          <a:effectRef idx="0"/>
          <a:fontRef idx="minor"/>
        </p:style>
        <p:txBody>
          <a:bodyPr lIns="90000" tIns="-19440" rIns="90000" bIns="-19440" anchor="ctr">
            <a:noAutofit/>
          </a:bodyPr>
          <a:p>
            <a:endParaRPr lang="hu-HU" sz="1800" b="0" u="none" strike="noStrike">
              <a:solidFill>
                <a:schemeClr val="lt1"/>
              </a:solidFill>
              <a:effectLst/>
              <a:uFillTx/>
              <a:latin typeface="Arial"/>
            </a:endParaRPr>
          </a:p>
        </p:txBody>
      </p:sp>
      <p:sp>
        <p:nvSpPr>
          <p:cNvPr id="75" name="TextBox 21"/>
          <p:cNvSpPr/>
          <p:nvPr/>
        </p:nvSpPr>
        <p:spPr>
          <a:xfrm>
            <a:off x="658440" y="5660280"/>
            <a:ext cx="10606320" cy="2437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221818"/>
                </a:solidFill>
                <a:effectLst/>
                <a:uFillTx/>
                <a:latin typeface="Arial"/>
                <a:ea typeface="DejaVu Sans"/>
              </a:rPr>
              <a:t>Evidence basis: synthetic policies include 30-day returns, warranty rules and non-returnable / restricted goods.</a:t>
            </a:r>
            <a:endParaRPr lang="en-US" sz="1600" b="0" u="none" strike="noStrike">
              <a:solidFill>
                <a:srgbClr val="000000"/>
              </a:solidFill>
              <a:effectLst/>
              <a:uFillTx/>
              <a:latin typeface="Arial"/>
            </a:endParaRPr>
          </a:p>
        </p:txBody>
      </p:sp>
      <p:sp>
        <p:nvSpPr>
          <p:cNvPr id="76" name="TextBox 22"/>
          <p:cNvSpPr/>
          <p:nvPr/>
        </p:nvSpPr>
        <p:spPr>
          <a:xfrm>
            <a:off x="11503080" y="6108120"/>
            <a:ext cx="273600" cy="198360"/>
          </a:xfrm>
          <a:prstGeom prst="rect">
            <a:avLst/>
          </a:prstGeom>
          <a:noFill/>
          <a:ln w="0">
            <a:noFill/>
          </a:ln>
        </p:spPr>
        <p:style>
          <a:lnRef idx="0"/>
          <a:fillRef idx="0"/>
          <a:effectRef idx="0"/>
          <a:fontRef idx="minor"/>
        </p:style>
        <p:txBody>
          <a:bodyPr lIns="0" tIns="0" rIns="0" bIns="0" anchor="t">
            <a:spAutoFit/>
          </a:bodyPr>
          <a:p>
            <a:pPr algn="r" defTabSz="914400">
              <a:lnSpc>
                <a:spcPct val="100000"/>
              </a:lnSpc>
            </a:pPr>
            <a:r>
              <a:rPr lang="hu-HU" sz="1300" b="0" u="none" strike="noStrike">
                <a:solidFill>
                  <a:srgbClr val="3A0302"/>
                </a:solidFill>
                <a:effectLst/>
                <a:uFillTx/>
                <a:latin typeface="Arial"/>
                <a:ea typeface="DejaVu Sans"/>
              </a:rPr>
              <a:t>2</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p:nvPr>
        </p:nvSpPr>
        <p:spPr>
          <a:xfrm>
            <a:off x="261000" y="686520"/>
            <a:ext cx="4658040" cy="1811520"/>
          </a:xfrm>
          <a:prstGeom prst="rect">
            <a:avLst/>
          </a:prstGeom>
          <a:noFill/>
          <a:ln w="0">
            <a:noFill/>
          </a:ln>
        </p:spPr>
        <p:txBody>
          <a:bodyPr lIns="90000" tIns="45000" rIns="90000" bIns="45000" anchor="t">
            <a:noAutofit/>
          </a:bodyPr>
          <a:p>
            <a:pPr indent="0" algn="l" defTabSz="914400">
              <a:lnSpc>
                <a:spcPts val="601"/>
              </a:lnSpc>
              <a:spcBef>
                <a:spcPts val="1001"/>
              </a:spcBef>
              <a:buNone/>
              <a:tabLst>
                <a:tab pos="0" algn="l"/>
              </a:tabLst>
            </a:pPr>
            <a:endParaRPr lang="hu-HU" sz="1600" b="0" u="none" strike="noStrike">
              <a:solidFill>
                <a:schemeClr val="dk1"/>
              </a:solidFill>
              <a:effectLst/>
              <a:uFillTx/>
              <a:latin typeface="Arial"/>
            </a:endParaRPr>
          </a:p>
        </p:txBody>
      </p:sp>
      <p:sp>
        <p:nvSpPr>
          <p:cNvPr id="78" name="TextBox 5"/>
          <p:cNvSpPr/>
          <p:nvPr/>
        </p:nvSpPr>
        <p:spPr>
          <a:xfrm>
            <a:off x="612720" y="493920"/>
            <a:ext cx="6171480" cy="5335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3500" b="1" u="none" strike="noStrike">
                <a:solidFill>
                  <a:srgbClr val="221818"/>
                </a:solidFill>
                <a:effectLst/>
                <a:uFillTx/>
                <a:latin typeface="Arial"/>
                <a:ea typeface="DejaVu Sans"/>
              </a:rPr>
              <a:t>Impleme</a:t>
            </a:r>
            <a:r>
              <a:rPr lang="hu-HU" sz="3500" b="1" u="none" strike="noStrike">
                <a:solidFill>
                  <a:srgbClr val="221818"/>
                </a:solidFill>
                <a:effectLst/>
                <a:uFillTx/>
                <a:latin typeface="Arial"/>
                <a:ea typeface="DejaVu Sans"/>
              </a:rPr>
              <a:t>nted </a:t>
            </a:r>
            <a:r>
              <a:rPr lang="hu-HU" sz="3500" b="1" u="none" strike="noStrike">
                <a:solidFill>
                  <a:srgbClr val="221818"/>
                </a:solidFill>
                <a:effectLst/>
                <a:uFillTx/>
                <a:latin typeface="Arial"/>
                <a:ea typeface="DejaVu Sans"/>
              </a:rPr>
              <a:t>LLM </a:t>
            </a:r>
            <a:r>
              <a:rPr lang="hu-HU" sz="3500" b="1" u="none" strike="noStrike">
                <a:solidFill>
                  <a:srgbClr val="221818"/>
                </a:solidFill>
                <a:effectLst/>
                <a:uFillTx/>
                <a:latin typeface="Arial"/>
                <a:ea typeface="DejaVu Sans"/>
              </a:rPr>
              <a:t>workflow</a:t>
            </a:r>
            <a:endParaRPr lang="en-US" sz="3500" b="0" u="none" strike="noStrike">
              <a:solidFill>
                <a:srgbClr val="000000"/>
              </a:solidFill>
              <a:effectLst/>
              <a:uFillTx/>
              <a:latin typeface="Arial"/>
            </a:endParaRPr>
          </a:p>
        </p:txBody>
      </p:sp>
      <p:sp>
        <p:nvSpPr>
          <p:cNvPr id="79" name="Rectangle 6"/>
          <p:cNvSpPr/>
          <p:nvPr/>
        </p:nvSpPr>
        <p:spPr>
          <a:xfrm>
            <a:off x="631080" y="1124640"/>
            <a:ext cx="97776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80" name="TextBox 7"/>
          <p:cNvSpPr/>
          <p:nvPr/>
        </p:nvSpPr>
        <p:spPr>
          <a:xfrm>
            <a:off x="631080" y="1344240"/>
            <a:ext cx="5897160" cy="6098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0" u="none" strike="noStrike">
                <a:solidFill>
                  <a:srgbClr val="6F4642"/>
                </a:solidFill>
                <a:effectLst/>
                <a:uFillTx/>
                <a:latin typeface="Arial"/>
                <a:ea typeface="DejaVu Sans"/>
              </a:rPr>
              <a:t>The demo and the evaluation use the same chatbot.py code.</a:t>
            </a:r>
            <a:endParaRPr lang="en-US" sz="2000" b="0" u="none" strike="noStrike">
              <a:solidFill>
                <a:srgbClr val="000000"/>
              </a:solidFill>
              <a:effectLst/>
              <a:uFillTx/>
              <a:latin typeface="Arial"/>
            </a:endParaRPr>
          </a:p>
        </p:txBody>
      </p:sp>
      <p:sp>
        <p:nvSpPr>
          <p:cNvPr id="81" name="Rounded Rectangle 8"/>
          <p:cNvSpPr/>
          <p:nvPr/>
        </p:nvSpPr>
        <p:spPr>
          <a:xfrm>
            <a:off x="585360" y="3099960"/>
            <a:ext cx="2331000" cy="1929384"/>
          </a:xfrm>
          <a:prstGeom prst="roundRect">
            <a:avLst>
              <a:gd name="adj" fmla="val 16667"/>
            </a:avLst>
          </a:prstGeom>
          <a:solidFill>
            <a:srgbClr val="FFFFFF"/>
          </a:solidFill>
          <a:ln w="6480">
            <a:solidFill>
              <a:srgbClr val="F5D2C9"/>
            </a:solidFill>
            <a:miter/>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82" name="TextBox 9"/>
          <p:cNvSpPr/>
          <p:nvPr/>
        </p:nvSpPr>
        <p:spPr>
          <a:xfrm>
            <a:off x="768240" y="3310200"/>
            <a:ext cx="1965240" cy="2437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1" u="none" strike="noStrike">
                <a:solidFill>
                  <a:srgbClr val="221818"/>
                </a:solidFill>
                <a:effectLst/>
                <a:uFillTx/>
                <a:latin typeface="Arial"/>
                <a:ea typeface="DejaVu Sans"/>
              </a:rPr>
              <a:t>01  INPUT SAFETY</a:t>
            </a:r>
            <a:endParaRPr lang="en-US" sz="1600" b="0" u="none" strike="noStrike">
              <a:solidFill>
                <a:srgbClr val="000000"/>
              </a:solidFill>
              <a:effectLst/>
              <a:uFillTx/>
              <a:latin typeface="Arial"/>
            </a:endParaRPr>
          </a:p>
        </p:txBody>
      </p:sp>
      <p:sp>
        <p:nvSpPr>
          <p:cNvPr id="83" name="TextBox 10"/>
          <p:cNvSpPr/>
          <p:nvPr/>
        </p:nvSpPr>
        <p:spPr>
          <a:xfrm>
            <a:off x="768240" y="3913560"/>
            <a:ext cx="1965240" cy="91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221818"/>
                </a:solidFill>
                <a:effectLst/>
                <a:uFillTx/>
                <a:latin typeface="Arial"/>
                <a:ea typeface="DejaVu Sans"/>
              </a:rPr>
              <a:t>Mask card numbers, e-mails and phones; block known attack phrases.</a:t>
            </a:r>
            <a:endParaRPr lang="en-US" sz="1500" b="0" u="none" strike="noStrike">
              <a:solidFill>
                <a:srgbClr val="000000"/>
              </a:solidFill>
              <a:effectLst/>
              <a:uFillTx/>
              <a:latin typeface="Arial"/>
            </a:endParaRPr>
          </a:p>
        </p:txBody>
      </p:sp>
      <p:sp>
        <p:nvSpPr>
          <p:cNvPr id="84" name="TextBox 11"/>
          <p:cNvSpPr/>
          <p:nvPr/>
        </p:nvSpPr>
        <p:spPr>
          <a:xfrm>
            <a:off x="2990160" y="3813120"/>
            <a:ext cx="410760" cy="380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hu-HU" sz="2500" b="1" u="none" strike="noStrike">
                <a:solidFill>
                  <a:srgbClr val="FF3E31"/>
                </a:solidFill>
                <a:effectLst/>
                <a:uFillTx/>
                <a:latin typeface="Arial"/>
                <a:ea typeface="DejaVu Sans"/>
              </a:rPr>
              <a:t>→</a:t>
            </a:r>
            <a:endParaRPr lang="en-US" sz="2500" b="0" u="none" strike="noStrike">
              <a:solidFill>
                <a:srgbClr val="000000"/>
              </a:solidFill>
              <a:effectLst/>
              <a:uFillTx/>
              <a:latin typeface="Arial"/>
            </a:endParaRPr>
          </a:p>
        </p:txBody>
      </p:sp>
      <p:sp>
        <p:nvSpPr>
          <p:cNvPr id="85" name="Rounded Rectangle 12"/>
          <p:cNvSpPr/>
          <p:nvPr/>
        </p:nvSpPr>
        <p:spPr>
          <a:xfrm>
            <a:off x="3483720" y="3099960"/>
            <a:ext cx="2331000" cy="1929384"/>
          </a:xfrm>
          <a:prstGeom prst="roundRect">
            <a:avLst>
              <a:gd name="adj" fmla="val 16667"/>
            </a:avLst>
          </a:prstGeom>
          <a:solidFill>
            <a:srgbClr val="FFFFFF"/>
          </a:solidFill>
          <a:ln w="6480">
            <a:solidFill>
              <a:srgbClr val="F5D2C9"/>
            </a:solidFill>
            <a:miter/>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86" name="TextBox 13"/>
          <p:cNvSpPr/>
          <p:nvPr/>
        </p:nvSpPr>
        <p:spPr>
          <a:xfrm>
            <a:off x="3666600" y="3310200"/>
            <a:ext cx="1965240" cy="2437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1" u="none" strike="noStrike">
                <a:solidFill>
                  <a:srgbClr val="221818"/>
                </a:solidFill>
                <a:effectLst/>
                <a:uFillTx/>
                <a:latin typeface="Arial"/>
                <a:ea typeface="DejaVu Sans"/>
              </a:rPr>
              <a:t>02  RAG SEARCH</a:t>
            </a:r>
            <a:endParaRPr lang="en-US" sz="1600" b="0" u="none" strike="noStrike">
              <a:solidFill>
                <a:srgbClr val="000000"/>
              </a:solidFill>
              <a:effectLst/>
              <a:uFillTx/>
              <a:latin typeface="Arial"/>
            </a:endParaRPr>
          </a:p>
        </p:txBody>
      </p:sp>
      <p:sp>
        <p:nvSpPr>
          <p:cNvPr id="87" name="TextBox 14"/>
          <p:cNvSpPr/>
          <p:nvPr/>
        </p:nvSpPr>
        <p:spPr>
          <a:xfrm>
            <a:off x="3666600" y="3913560"/>
            <a:ext cx="1965240" cy="91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221818"/>
                </a:solidFill>
                <a:effectLst/>
                <a:uFillTx/>
                <a:latin typeface="Arial"/>
                <a:ea typeface="DejaVu Sans"/>
              </a:rPr>
              <a:t>Multilingual vectors retrieve the 3 closest Help Centre documents.</a:t>
            </a:r>
            <a:endParaRPr lang="en-US" sz="1500" b="0" u="none" strike="noStrike">
              <a:solidFill>
                <a:srgbClr val="000000"/>
              </a:solidFill>
              <a:effectLst/>
              <a:uFillTx/>
              <a:latin typeface="Arial"/>
            </a:endParaRPr>
          </a:p>
        </p:txBody>
      </p:sp>
      <p:sp>
        <p:nvSpPr>
          <p:cNvPr id="88" name="TextBox 15"/>
          <p:cNvSpPr/>
          <p:nvPr/>
        </p:nvSpPr>
        <p:spPr>
          <a:xfrm>
            <a:off x="5888880" y="3813120"/>
            <a:ext cx="410760" cy="380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hu-HU" sz="2500" b="1" u="none" strike="noStrike">
                <a:solidFill>
                  <a:srgbClr val="FF3E31"/>
                </a:solidFill>
                <a:effectLst/>
                <a:uFillTx/>
                <a:latin typeface="Arial"/>
                <a:ea typeface="DejaVu Sans"/>
              </a:rPr>
              <a:t>→</a:t>
            </a:r>
            <a:endParaRPr lang="en-US" sz="2500" b="0" u="none" strike="noStrike">
              <a:solidFill>
                <a:srgbClr val="000000"/>
              </a:solidFill>
              <a:effectLst/>
              <a:uFillTx/>
              <a:latin typeface="Arial"/>
            </a:endParaRPr>
          </a:p>
        </p:txBody>
      </p:sp>
      <p:sp>
        <p:nvSpPr>
          <p:cNvPr id="89" name="Rounded Rectangle 16"/>
          <p:cNvSpPr/>
          <p:nvPr/>
        </p:nvSpPr>
        <p:spPr>
          <a:xfrm>
            <a:off x="6382440" y="3099960"/>
            <a:ext cx="2331000" cy="1929384"/>
          </a:xfrm>
          <a:prstGeom prst="roundRect">
            <a:avLst>
              <a:gd name="adj" fmla="val 16667"/>
            </a:avLst>
          </a:prstGeom>
          <a:solidFill>
            <a:srgbClr val="FFFFFF"/>
          </a:solidFill>
          <a:ln w="6480">
            <a:solidFill>
              <a:srgbClr val="F5D2C9"/>
            </a:solidFill>
            <a:miter/>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90" name="TextBox 17"/>
          <p:cNvSpPr/>
          <p:nvPr/>
        </p:nvSpPr>
        <p:spPr>
          <a:xfrm>
            <a:off x="6565320" y="3310200"/>
            <a:ext cx="2057400" cy="2437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1" u="none" strike="noStrike">
                <a:solidFill>
                  <a:srgbClr val="221818"/>
                </a:solidFill>
                <a:effectLst/>
                <a:uFillTx/>
                <a:latin typeface="Arial"/>
                <a:ea typeface="DejaVu Sans"/>
              </a:rPr>
              <a:t>03  ANSWER MODEL</a:t>
            </a:r>
            <a:endParaRPr lang="en-US" sz="1600" b="0" u="none" strike="noStrike">
              <a:solidFill>
                <a:srgbClr val="000000"/>
              </a:solidFill>
              <a:effectLst/>
              <a:uFillTx/>
              <a:latin typeface="Arial"/>
            </a:endParaRPr>
          </a:p>
        </p:txBody>
      </p:sp>
      <p:sp>
        <p:nvSpPr>
          <p:cNvPr id="91" name="TextBox 18"/>
          <p:cNvSpPr/>
          <p:nvPr/>
        </p:nvSpPr>
        <p:spPr>
          <a:xfrm>
            <a:off x="6565320" y="3913560"/>
            <a:ext cx="1965240" cy="6858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221818"/>
                </a:solidFill>
                <a:effectLst/>
                <a:uFillTx/>
                <a:latin typeface="Arial"/>
                <a:ea typeface="DejaVu Sans"/>
              </a:rPr>
              <a:t>gpt-oss-120b on Groq; fixed grounded prompt; temperature 0.2.</a:t>
            </a:r>
            <a:endParaRPr lang="en-US" sz="1500" b="0" u="none" strike="noStrike">
              <a:solidFill>
                <a:srgbClr val="000000"/>
              </a:solidFill>
              <a:effectLst/>
              <a:uFillTx/>
              <a:latin typeface="Arial"/>
            </a:endParaRPr>
          </a:p>
        </p:txBody>
      </p:sp>
      <p:sp>
        <p:nvSpPr>
          <p:cNvPr id="92" name="TextBox 19"/>
          <p:cNvSpPr/>
          <p:nvPr/>
        </p:nvSpPr>
        <p:spPr>
          <a:xfrm>
            <a:off x="8787240" y="3813120"/>
            <a:ext cx="410760" cy="38088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hu-HU" sz="2500" b="1" u="none" strike="noStrike">
                <a:solidFill>
                  <a:srgbClr val="FF3E31"/>
                </a:solidFill>
                <a:effectLst/>
                <a:uFillTx/>
                <a:latin typeface="Arial"/>
                <a:ea typeface="DejaVu Sans"/>
              </a:rPr>
              <a:t>→</a:t>
            </a:r>
            <a:endParaRPr lang="en-US" sz="2500" b="0" u="none" strike="noStrike">
              <a:solidFill>
                <a:srgbClr val="000000"/>
              </a:solidFill>
              <a:effectLst/>
              <a:uFillTx/>
              <a:latin typeface="Arial"/>
            </a:endParaRPr>
          </a:p>
        </p:txBody>
      </p:sp>
      <p:sp>
        <p:nvSpPr>
          <p:cNvPr id="93" name="Rounded Rectangle 20"/>
          <p:cNvSpPr/>
          <p:nvPr/>
        </p:nvSpPr>
        <p:spPr>
          <a:xfrm>
            <a:off x="9281160" y="3099960"/>
            <a:ext cx="2331000" cy="1929384"/>
          </a:xfrm>
          <a:prstGeom prst="roundRect">
            <a:avLst>
              <a:gd name="adj" fmla="val 16667"/>
            </a:avLst>
          </a:prstGeom>
          <a:solidFill>
            <a:srgbClr val="FFFFFF"/>
          </a:solidFill>
          <a:ln w="6480">
            <a:solidFill>
              <a:srgbClr val="F5D2C9"/>
            </a:solidFill>
            <a:miter/>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94" name="TextBox 21"/>
          <p:cNvSpPr/>
          <p:nvPr/>
        </p:nvSpPr>
        <p:spPr>
          <a:xfrm>
            <a:off x="9464040" y="3310200"/>
            <a:ext cx="1965240" cy="2437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1" u="none" strike="noStrike">
                <a:solidFill>
                  <a:srgbClr val="221818"/>
                </a:solidFill>
                <a:effectLst/>
                <a:uFillTx/>
                <a:latin typeface="Arial"/>
                <a:ea typeface="DejaVu Sans"/>
              </a:rPr>
              <a:t>04  CHECK OUTPUT</a:t>
            </a:r>
            <a:endParaRPr lang="en-US" sz="1600" b="0" u="none" strike="noStrike">
              <a:solidFill>
                <a:srgbClr val="000000"/>
              </a:solidFill>
              <a:effectLst/>
              <a:uFillTx/>
              <a:latin typeface="Arial"/>
            </a:endParaRPr>
          </a:p>
        </p:txBody>
      </p:sp>
      <p:sp>
        <p:nvSpPr>
          <p:cNvPr id="95" name="TextBox 22"/>
          <p:cNvSpPr/>
          <p:nvPr/>
        </p:nvSpPr>
        <p:spPr>
          <a:xfrm>
            <a:off x="9464040" y="3913560"/>
            <a:ext cx="1965240" cy="914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221818"/>
                </a:solidFill>
                <a:effectLst/>
                <a:uFillTx/>
                <a:latin typeface="Arial"/>
                <a:ea typeface="DejaVu Sans"/>
              </a:rPr>
              <a:t>Validate JSON: category, urgency, answer and sources; final safety filter.</a:t>
            </a:r>
            <a:endParaRPr lang="en-US" sz="1500" b="0" u="none" strike="noStrike">
              <a:solidFill>
                <a:srgbClr val="000000"/>
              </a:solidFill>
              <a:effectLst/>
              <a:uFillTx/>
              <a:latin typeface="Arial"/>
            </a:endParaRPr>
          </a:p>
        </p:txBody>
      </p:sp>
      <p:sp>
        <p:nvSpPr>
          <p:cNvPr id="96" name="TextBox 23"/>
          <p:cNvSpPr/>
          <p:nvPr/>
        </p:nvSpPr>
        <p:spPr>
          <a:xfrm>
            <a:off x="649080" y="5193792"/>
            <a:ext cx="10789200" cy="2592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700" b="0" u="none" strike="noStrike">
                <a:solidFill>
                  <a:srgbClr val="221818"/>
                </a:solidFill>
                <a:effectLst/>
                <a:uFillTx/>
                <a:latin typeface="Arial"/>
                <a:ea typeface="DejaVu Sans"/>
              </a:rPr>
              <a:t>Conditional tool: one fixed, read-only SQLite lookup by order number only (no e-mail needed, no writes).</a:t>
            </a:r>
            <a:endParaRPr lang="en-US" sz="1700" b="0" u="none" strike="noStrike">
              <a:solidFill>
                <a:srgbClr val="000000"/>
              </a:solidFill>
              <a:effectLst/>
              <a:uFillTx/>
              <a:latin typeface="Arial"/>
            </a:endParaRPr>
          </a:p>
        </p:txBody>
      </p:sp>
      <p:sp>
        <p:nvSpPr>
          <p:cNvPr id="97" name="TextBox 24"/>
          <p:cNvSpPr/>
          <p:nvPr/>
        </p:nvSpPr>
        <p:spPr>
          <a:xfrm>
            <a:off x="649080" y="5596128"/>
            <a:ext cx="10697760" cy="228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6F4642"/>
                </a:solidFill>
                <a:effectLst/>
                <a:uFillTx/>
                <a:latin typeface="Arial"/>
                <a:ea typeface="DejaVu Sans"/>
              </a:rPr>
              <a:t>Retrieving 3 vs. 25 documents cut context tokens by 86% (316 vs. 2,329); e5 had the best MRR of 6 retrievers (0.90).</a:t>
            </a:r>
            <a:endParaRPr lang="en-US" sz="1500" b="0" u="none" strike="noStrike">
              <a:solidFill>
                <a:srgbClr val="000000"/>
              </a:solidFill>
              <a:effectLst/>
              <a:uFillTx/>
              <a:latin typeface="Arial"/>
            </a:endParaRPr>
          </a:p>
        </p:txBody>
      </p:sp>
      <p:sp>
        <p:nvSpPr>
          <p:cNvPr id="98" name="TextBox 25"/>
          <p:cNvSpPr/>
          <p:nvPr/>
        </p:nvSpPr>
        <p:spPr>
          <a:xfrm>
            <a:off x="11503080" y="5961888"/>
            <a:ext cx="273600" cy="198360"/>
          </a:xfrm>
          <a:prstGeom prst="rect">
            <a:avLst/>
          </a:prstGeom>
          <a:noFill/>
          <a:ln w="0">
            <a:noFill/>
          </a:ln>
        </p:spPr>
        <p:style>
          <a:lnRef idx="0"/>
          <a:fillRef idx="0"/>
          <a:effectRef idx="0"/>
          <a:fontRef idx="minor"/>
        </p:style>
        <p:txBody>
          <a:bodyPr lIns="0" tIns="0" rIns="0" bIns="0" anchor="t">
            <a:spAutoFit/>
          </a:bodyPr>
          <a:p>
            <a:pPr algn="r" defTabSz="914400">
              <a:lnSpc>
                <a:spcPct val="100000"/>
              </a:lnSpc>
            </a:pPr>
            <a:r>
              <a:rPr lang="hu-HU" sz="1300" b="0" u="none" strike="noStrike">
                <a:solidFill>
                  <a:srgbClr val="3A0302"/>
                </a:solidFill>
                <a:effectLst/>
                <a:uFillTx/>
                <a:latin typeface="Arial"/>
                <a:ea typeface="DejaVu Sans"/>
              </a:rPr>
              <a:t>3</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261000" y="686520"/>
            <a:ext cx="3082320" cy="181152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0" name="PlaceHolder 2"/>
          <p:cNvSpPr>
            <a:spLocks noGrp="1"/>
          </p:cNvSpPr>
          <p:nvPr>
            <p:ph/>
          </p:nvPr>
        </p:nvSpPr>
        <p:spPr>
          <a:xfrm>
            <a:off x="3910680" y="1919520"/>
            <a:ext cx="2034720" cy="7210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1" name="PlaceHolder 3"/>
          <p:cNvSpPr>
            <a:spLocks noGrp="1"/>
          </p:cNvSpPr>
          <p:nvPr>
            <p:ph/>
          </p:nvPr>
        </p:nvSpPr>
        <p:spPr>
          <a:xfrm>
            <a:off x="3910680" y="2779200"/>
            <a:ext cx="2034720" cy="25156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2" name="PlaceHolder 4"/>
          <p:cNvSpPr>
            <a:spLocks noGrp="1"/>
          </p:cNvSpPr>
          <p:nvPr>
            <p:ph/>
          </p:nvPr>
        </p:nvSpPr>
        <p:spPr>
          <a:xfrm>
            <a:off x="6723000" y="1919520"/>
            <a:ext cx="2089440" cy="7210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3" name="PlaceHolder 5"/>
          <p:cNvSpPr>
            <a:spLocks noGrp="1"/>
          </p:cNvSpPr>
          <p:nvPr>
            <p:ph/>
          </p:nvPr>
        </p:nvSpPr>
        <p:spPr>
          <a:xfrm>
            <a:off x="6723000" y="2779200"/>
            <a:ext cx="2034720" cy="25156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4" name="PlaceHolder 6"/>
          <p:cNvSpPr>
            <a:spLocks noGrp="1"/>
          </p:cNvSpPr>
          <p:nvPr>
            <p:ph/>
          </p:nvPr>
        </p:nvSpPr>
        <p:spPr>
          <a:xfrm>
            <a:off x="9443520" y="1919520"/>
            <a:ext cx="2034720" cy="7210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5" name="PlaceHolder 7"/>
          <p:cNvSpPr>
            <a:spLocks noGrp="1"/>
          </p:cNvSpPr>
          <p:nvPr>
            <p:ph/>
          </p:nvPr>
        </p:nvSpPr>
        <p:spPr>
          <a:xfrm>
            <a:off x="9443520" y="2779200"/>
            <a:ext cx="2034720" cy="2515680"/>
          </a:xfrm>
          <a:prstGeom prst="rect">
            <a:avLst/>
          </a:prstGeom>
          <a:noFill/>
          <a:ln w="0">
            <a:noFill/>
          </a:ln>
        </p:spPr>
        <p:txBody>
          <a:bodyPr lIns="90000" tIns="45000" rIns="90000" bIns="45000" anchor="t">
            <a:noAutofit/>
          </a:bodyPr>
          <a:p>
            <a:pPr indent="0" algn="l" defTabSz="914400">
              <a:lnSpc>
                <a:spcPct val="90000"/>
              </a:lnSpc>
              <a:spcBef>
                <a:spcPts val="1001"/>
              </a:spcBef>
              <a:buNone/>
              <a:tabLst>
                <a:tab pos="0" algn="l"/>
              </a:tabLst>
            </a:pPr>
            <a:endParaRPr lang="hu-HU" sz="1600" b="0" u="none" strike="noStrike">
              <a:solidFill>
                <a:schemeClr val="dk1"/>
              </a:solidFill>
              <a:effectLst/>
              <a:uFillTx/>
              <a:latin typeface="Arial"/>
            </a:endParaRPr>
          </a:p>
        </p:txBody>
      </p:sp>
      <p:sp>
        <p:nvSpPr>
          <p:cNvPr id="106" name="TextBox 11"/>
          <p:cNvSpPr/>
          <p:nvPr/>
        </p:nvSpPr>
        <p:spPr>
          <a:xfrm>
            <a:off x="567000" y="704160"/>
            <a:ext cx="2797200" cy="1067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3500" b="1" u="none" strike="noStrike">
                <a:solidFill>
                  <a:srgbClr val="221818"/>
                </a:solidFill>
                <a:effectLst/>
                <a:uFillTx/>
                <a:latin typeface="Arial"/>
                <a:ea typeface="DejaVu Sans"/>
              </a:rPr>
              <a:t>Evaluation</a:t>
            </a:r>
            <a:endParaRPr lang="en-US" sz="3500" b="0" u="none" strike="noStrike">
              <a:solidFill>
                <a:srgbClr val="000000"/>
              </a:solidFill>
              <a:effectLst/>
              <a:uFillTx/>
              <a:latin typeface="Arial"/>
            </a:endParaRPr>
          </a:p>
          <a:p>
            <a:pPr defTabSz="914400">
              <a:lnSpc>
                <a:spcPct val="100000"/>
              </a:lnSpc>
            </a:pPr>
            <a:r>
              <a:rPr lang="hu-HU" sz="3500" b="1" u="none" strike="noStrike">
                <a:solidFill>
                  <a:srgbClr val="221818"/>
                </a:solidFill>
                <a:effectLst/>
                <a:uFillTx/>
                <a:latin typeface="Arial"/>
                <a:ea typeface="DejaVu Sans"/>
              </a:rPr>
              <a:t>design</a:t>
            </a:r>
            <a:endParaRPr lang="en-US" sz="3500" b="0" u="none" strike="noStrike">
              <a:solidFill>
                <a:srgbClr val="000000"/>
              </a:solidFill>
              <a:effectLst/>
              <a:uFillTx/>
              <a:latin typeface="Arial"/>
            </a:endParaRPr>
          </a:p>
        </p:txBody>
      </p:sp>
      <p:sp>
        <p:nvSpPr>
          <p:cNvPr id="107" name="Rectangle 12"/>
          <p:cNvSpPr/>
          <p:nvPr/>
        </p:nvSpPr>
        <p:spPr>
          <a:xfrm>
            <a:off x="612720" y="2084760"/>
            <a:ext cx="87696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108" name="TextBox 13"/>
          <p:cNvSpPr/>
          <p:nvPr/>
        </p:nvSpPr>
        <p:spPr>
          <a:xfrm>
            <a:off x="612720" y="2441520"/>
            <a:ext cx="2760840" cy="12038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7900" b="1" u="none" strike="noStrike">
                <a:solidFill>
                  <a:srgbClr val="FF3E31"/>
                </a:solidFill>
                <a:effectLst/>
                <a:uFillTx/>
                <a:latin typeface="Arial"/>
                <a:ea typeface="DejaVu Sans"/>
              </a:rPr>
              <a:t>34</a:t>
            </a:r>
            <a:endParaRPr lang="en-US" sz="7900" b="0" u="none" strike="noStrike">
              <a:solidFill>
                <a:srgbClr val="000000"/>
              </a:solidFill>
              <a:effectLst/>
              <a:uFillTx/>
              <a:latin typeface="Arial"/>
            </a:endParaRPr>
          </a:p>
        </p:txBody>
      </p:sp>
      <p:sp>
        <p:nvSpPr>
          <p:cNvPr id="109" name="TextBox 14"/>
          <p:cNvSpPr/>
          <p:nvPr/>
        </p:nvSpPr>
        <p:spPr>
          <a:xfrm>
            <a:off x="667440" y="3602880"/>
            <a:ext cx="2751480" cy="6098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221818"/>
                </a:solidFill>
                <a:effectLst/>
                <a:uFillTx/>
                <a:latin typeface="Arial"/>
                <a:ea typeface="DejaVu Sans"/>
              </a:rPr>
              <a:t>predefined cases</a:t>
            </a:r>
            <a:endParaRPr lang="en-US" sz="2000" b="0" u="none" strike="noStrike">
              <a:solidFill>
                <a:srgbClr val="000000"/>
              </a:solidFill>
              <a:effectLst/>
              <a:uFillTx/>
              <a:latin typeface="Arial"/>
            </a:endParaRPr>
          </a:p>
          <a:p>
            <a:pPr defTabSz="914400">
              <a:lnSpc>
                <a:spcPct val="100000"/>
              </a:lnSpc>
            </a:pPr>
            <a:r>
              <a:rPr lang="hu-HU" sz="2000" b="1" u="none" strike="noStrike">
                <a:solidFill>
                  <a:srgbClr val="221818"/>
                </a:solidFill>
                <a:effectLst/>
                <a:uFillTx/>
                <a:latin typeface="Arial"/>
                <a:ea typeface="DejaVu Sans"/>
              </a:rPr>
              <a:t>in 10 groups</a:t>
            </a:r>
            <a:endParaRPr lang="en-US" sz="2000" b="0" u="none" strike="noStrike">
              <a:solidFill>
                <a:srgbClr val="000000"/>
              </a:solidFill>
              <a:effectLst/>
              <a:uFillTx/>
              <a:latin typeface="Arial"/>
            </a:endParaRPr>
          </a:p>
        </p:txBody>
      </p:sp>
      <p:sp>
        <p:nvSpPr>
          <p:cNvPr id="110" name="TextBox 15"/>
          <p:cNvSpPr/>
          <p:nvPr/>
        </p:nvSpPr>
        <p:spPr>
          <a:xfrm>
            <a:off x="649080" y="4855320"/>
            <a:ext cx="2687760" cy="777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700" b="0" u="none" strike="noStrike">
                <a:solidFill>
                  <a:srgbClr val="6F4642"/>
                </a:solidFill>
                <a:effectLst/>
                <a:uFillTx/>
                <a:latin typeface="Arial"/>
                <a:ea typeface="DejaVu Sans"/>
              </a:rPr>
              <a:t>Cases written up front; revised only when the design changed.</a:t>
            </a:r>
            <a:endParaRPr lang="en-US" sz="1700" b="0" u="none" strike="noStrike">
              <a:solidFill>
                <a:srgbClr val="000000"/>
              </a:solidFill>
              <a:effectLst/>
              <a:uFillTx/>
              <a:latin typeface="Arial"/>
            </a:endParaRPr>
          </a:p>
        </p:txBody>
      </p:sp>
      <p:sp>
        <p:nvSpPr>
          <p:cNvPr id="111" name="TextBox 16"/>
          <p:cNvSpPr/>
          <p:nvPr/>
        </p:nvSpPr>
        <p:spPr>
          <a:xfrm>
            <a:off x="3858840" y="1636920"/>
            <a:ext cx="233100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FFFFFF"/>
                </a:solidFill>
                <a:effectLst/>
                <a:uFillTx/>
                <a:latin typeface="Arial"/>
                <a:ea typeface="DejaVu Sans"/>
              </a:rPr>
              <a:t>PASS RULE</a:t>
            </a:r>
            <a:endParaRPr lang="en-US" sz="2000" b="0" u="none" strike="noStrike">
              <a:solidFill>
                <a:srgbClr val="000000"/>
              </a:solidFill>
              <a:effectLst/>
              <a:uFillTx/>
              <a:latin typeface="Arial"/>
            </a:endParaRPr>
          </a:p>
        </p:txBody>
      </p:sp>
      <p:sp>
        <p:nvSpPr>
          <p:cNvPr id="112" name="TextBox 17"/>
          <p:cNvSpPr/>
          <p:nvPr/>
        </p:nvSpPr>
        <p:spPr>
          <a:xfrm>
            <a:off x="3858840" y="2761560"/>
            <a:ext cx="2257920" cy="1789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FFFFFF"/>
                </a:solidFill>
                <a:effectLst/>
                <a:uFillTx/>
                <a:latin typeface="Arial"/>
                <a:ea typeface="DejaVu Sans"/>
              </a:rPr>
              <a:t>Expected answer or refusal</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FFFFFF"/>
                </a:solidFill>
                <a:effectLst/>
                <a:uFillTx/>
                <a:latin typeface="Arial"/>
                <a:ea typeface="DejaVu Sans"/>
              </a:rPr>
              <a:t>All required facts present</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FFFFFF"/>
                </a:solidFill>
                <a:effectLst/>
                <a:uFillTx/>
                <a:latin typeface="Arial"/>
                <a:ea typeface="DejaVu Sans"/>
              </a:rPr>
              <a:t>Nothing forbidden</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FFFFFF"/>
                </a:solidFill>
                <a:effectLst/>
                <a:uFillTx/>
                <a:latin typeface="Arial"/>
                <a:ea typeface="DejaVu Sans"/>
              </a:rPr>
              <a:t>Correct tool decision</a:t>
            </a:r>
            <a:endParaRPr lang="en-US" sz="1600" b="0" u="none" strike="noStrike">
              <a:solidFill>
                <a:srgbClr val="000000"/>
              </a:solidFill>
              <a:effectLst/>
              <a:uFillTx/>
              <a:latin typeface="Arial"/>
            </a:endParaRPr>
          </a:p>
        </p:txBody>
      </p:sp>
      <p:sp>
        <p:nvSpPr>
          <p:cNvPr id="113" name="TextBox 18"/>
          <p:cNvSpPr/>
          <p:nvPr/>
        </p:nvSpPr>
        <p:spPr>
          <a:xfrm>
            <a:off x="6629400" y="1636920"/>
            <a:ext cx="233100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221818"/>
                </a:solidFill>
                <a:effectLst/>
                <a:uFillTx/>
                <a:latin typeface="Arial"/>
                <a:ea typeface="DejaVu Sans"/>
              </a:rPr>
              <a:t>CASE COVERAGE</a:t>
            </a:r>
            <a:endParaRPr lang="en-US" sz="2000" b="0" u="none" strike="noStrike">
              <a:solidFill>
                <a:srgbClr val="000000"/>
              </a:solidFill>
              <a:effectLst/>
              <a:uFillTx/>
              <a:latin typeface="Arial"/>
            </a:endParaRPr>
          </a:p>
        </p:txBody>
      </p:sp>
      <p:sp>
        <p:nvSpPr>
          <p:cNvPr id="114" name="TextBox 19"/>
          <p:cNvSpPr/>
          <p:nvPr/>
        </p:nvSpPr>
        <p:spPr>
          <a:xfrm>
            <a:off x="6629400" y="2761560"/>
            <a:ext cx="2276280" cy="1789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221818"/>
                </a:solidFill>
                <a:effectLst/>
                <a:uFillTx/>
                <a:latin typeface="Arial"/>
                <a:ea typeface="DejaVu Sans"/>
              </a:rPr>
              <a:t>Policies and exceptions</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4 order lookups</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Typo + German query</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Injection, off-topic, card data</a:t>
            </a:r>
            <a:endParaRPr lang="en-US" sz="1600" b="0" u="none" strike="noStrike">
              <a:solidFill>
                <a:srgbClr val="000000"/>
              </a:solidFill>
              <a:effectLst/>
              <a:uFillTx/>
              <a:latin typeface="Arial"/>
            </a:endParaRPr>
          </a:p>
        </p:txBody>
      </p:sp>
      <p:sp>
        <p:nvSpPr>
          <p:cNvPr id="115" name="TextBox 20"/>
          <p:cNvSpPr/>
          <p:nvPr/>
        </p:nvSpPr>
        <p:spPr>
          <a:xfrm>
            <a:off x="9363600" y="1636920"/>
            <a:ext cx="228528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221818"/>
                </a:solidFill>
                <a:effectLst/>
                <a:uFillTx/>
                <a:latin typeface="Arial"/>
                <a:ea typeface="DejaVu Sans"/>
              </a:rPr>
              <a:t>OTHER METRICS</a:t>
            </a:r>
            <a:endParaRPr lang="en-US" sz="2000" b="0" u="none" strike="noStrike">
              <a:solidFill>
                <a:srgbClr val="000000"/>
              </a:solidFill>
              <a:effectLst/>
              <a:uFillTx/>
              <a:latin typeface="Arial"/>
            </a:endParaRPr>
          </a:p>
        </p:txBody>
      </p:sp>
      <p:sp>
        <p:nvSpPr>
          <p:cNvPr id="116" name="TextBox 21"/>
          <p:cNvSpPr/>
          <p:nvPr/>
        </p:nvSpPr>
        <p:spPr>
          <a:xfrm>
            <a:off x="9363600" y="2761560"/>
            <a:ext cx="2230560" cy="1789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221818"/>
                </a:solidFill>
                <a:effectLst/>
                <a:uFillTx/>
                <a:latin typeface="Arial"/>
                <a:ea typeface="DejaVu Sans"/>
              </a:rPr>
              <a:t>Category / urgency accuracy</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6 retrieval strategies</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Guardrails-off ablation</a:t>
            </a:r>
            <a:endParaRPr lang="en-US" sz="1600" b="0" u="none" strike="noStrike">
              <a:solidFill>
                <a:srgbClr val="000000"/>
              </a:solidFill>
              <a:effectLst/>
              <a:uFillTx/>
              <a:latin typeface="Arial"/>
            </a:endParaRPr>
          </a:p>
          <a:p>
            <a:pPr defTabSz="914400">
              <a:lnSpc>
                <a:spcPct val="100000"/>
              </a:lnSpc>
              <a:spcBef>
                <a:spcPts val="1500"/>
              </a:spcBef>
            </a:pPr>
            <a:r>
              <a:rPr lang="hu-HU" sz="1600" b="0" u="none" strike="noStrike">
                <a:solidFill>
                  <a:srgbClr val="221818"/>
                </a:solidFill>
                <a:effectLst/>
                <a:uFillTx/>
                <a:latin typeface="Arial"/>
                <a:ea typeface="DejaVu Sans"/>
              </a:rPr>
              <a:t>gpt-oss-20b judge (1–5)</a:t>
            </a:r>
            <a:endParaRPr lang="en-US" sz="1600" b="0" u="none" strike="noStrike">
              <a:solidFill>
                <a:srgbClr val="000000"/>
              </a:solidFill>
              <a:effectLst/>
              <a:uFillTx/>
              <a:latin typeface="Arial"/>
            </a:endParaRPr>
          </a:p>
        </p:txBody>
      </p:sp>
      <p:sp>
        <p:nvSpPr>
          <p:cNvPr id="117" name="TextBox 22"/>
          <p:cNvSpPr/>
          <p:nvPr/>
        </p:nvSpPr>
        <p:spPr>
          <a:xfrm>
            <a:off x="11503080" y="6108120"/>
            <a:ext cx="273600" cy="198360"/>
          </a:xfrm>
          <a:prstGeom prst="rect">
            <a:avLst/>
          </a:prstGeom>
          <a:noFill/>
          <a:ln w="0">
            <a:noFill/>
          </a:ln>
        </p:spPr>
        <p:style>
          <a:lnRef idx="0"/>
          <a:fillRef idx="0"/>
          <a:effectRef idx="0"/>
          <a:fontRef idx="minor"/>
        </p:style>
        <p:txBody>
          <a:bodyPr lIns="0" tIns="0" rIns="0" bIns="0" anchor="t">
            <a:spAutoFit/>
          </a:bodyPr>
          <a:p>
            <a:pPr algn="r" defTabSz="914400">
              <a:lnSpc>
                <a:spcPct val="100000"/>
              </a:lnSpc>
            </a:pPr>
            <a:r>
              <a:rPr lang="hu-HU" sz="1300" b="0" u="none" strike="noStrike">
                <a:solidFill>
                  <a:srgbClr val="3A0302"/>
                </a:solidFill>
                <a:effectLst/>
                <a:uFillTx/>
                <a:latin typeface="Arial"/>
                <a:ea typeface="DejaVu Sans"/>
              </a:rPr>
              <a:t>4</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Num" idx="9"/>
          </p:nvPr>
        </p:nvSpPr>
        <p:spPr>
          <a:xfrm>
            <a:off x="9029160" y="6199920"/>
            <a:ext cx="2742480" cy="364320"/>
          </a:xfrm>
          <a:prstGeom prst="rect">
            <a:avLst/>
          </a:prstGeom>
          <a:noFill/>
          <a:ln w="0">
            <a:noFill/>
          </a:ln>
        </p:spPr>
        <p:txBody>
          <a:bodyPr lIns="91440" tIns="45720" rIns="91440" bIns="45720" anchor="ctr">
            <a:noAutofit/>
          </a:bodyPr>
          <a:p>
            <a:pPr indent="0" algn="l">
              <a:buNone/>
            </a:pPr>
            <a:endParaRPr lang="hu-HU" sz="1200" b="0" u="none" strike="noStrike">
              <a:solidFill>
                <a:schemeClr val="dk1"/>
              </a:solidFill>
              <a:effectLst/>
              <a:uFillTx/>
              <a:latin typeface="Arial"/>
            </a:endParaRPr>
          </a:p>
        </p:txBody>
      </p:sp>
      <p:sp>
        <p:nvSpPr>
          <p:cNvPr id="119" name="PlaceHolder 2"/>
          <p:cNvSpPr>
            <a:spLocks noGrp="1"/>
          </p:cNvSpPr>
          <p:nvPr>
            <p:ph/>
          </p:nvPr>
        </p:nvSpPr>
        <p:spPr>
          <a:xfrm>
            <a:off x="261000" y="686520"/>
            <a:ext cx="3082320" cy="1811520"/>
          </a:xfrm>
          <a:prstGeom prst="rect">
            <a:avLst/>
          </a:prstGeom>
          <a:noFill/>
          <a:ln w="0">
            <a:noFill/>
          </a:ln>
        </p:spPr>
        <p:txBody>
          <a:bodyPr lIns="90000" tIns="45000" rIns="90000" bIns="45000" anchor="t">
            <a:noAutofit/>
          </a:bodyPr>
          <a:p>
            <a:pPr indent="0" algn="l" defTabSz="914400">
              <a:lnSpc>
                <a:spcPts val="601"/>
              </a:lnSpc>
              <a:spcBef>
                <a:spcPts val="1001"/>
              </a:spcBef>
              <a:buNone/>
              <a:tabLst>
                <a:tab pos="0" algn="l"/>
              </a:tabLst>
            </a:pPr>
            <a:endParaRPr lang="hu-HU" sz="3200" b="0" u="none" strike="noStrike">
              <a:solidFill>
                <a:schemeClr val="dk1"/>
              </a:solidFill>
              <a:effectLst/>
              <a:uFillTx/>
              <a:latin typeface="Arial"/>
            </a:endParaRPr>
          </a:p>
        </p:txBody>
      </p:sp>
      <p:sp>
        <p:nvSpPr>
          <p:cNvPr id="120" name="TextBox 15"/>
          <p:cNvSpPr/>
          <p:nvPr/>
        </p:nvSpPr>
        <p:spPr>
          <a:xfrm>
            <a:off x="567000" y="603360"/>
            <a:ext cx="2861280" cy="10360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3400" b="1" u="none" strike="noStrike">
                <a:solidFill>
                  <a:srgbClr val="221818"/>
                </a:solidFill>
                <a:effectLst/>
                <a:uFillTx/>
                <a:latin typeface="Arial"/>
                <a:ea typeface="DejaVu Sans"/>
              </a:rPr>
              <a:t>Results and</a:t>
            </a:r>
            <a:endParaRPr lang="en-US" sz="3400" b="0" u="none" strike="noStrike">
              <a:solidFill>
                <a:srgbClr val="000000"/>
              </a:solidFill>
              <a:effectLst/>
              <a:uFillTx/>
              <a:latin typeface="Arial"/>
            </a:endParaRPr>
          </a:p>
          <a:p>
            <a:pPr defTabSz="914400">
              <a:lnSpc>
                <a:spcPct val="100000"/>
              </a:lnSpc>
            </a:pPr>
            <a:r>
              <a:rPr lang="hu-HU" sz="3400" b="1" u="none" strike="noStrike">
                <a:solidFill>
                  <a:srgbClr val="221818"/>
                </a:solidFill>
                <a:effectLst/>
                <a:uFillTx/>
                <a:latin typeface="Arial"/>
                <a:ea typeface="DejaVu Sans"/>
              </a:rPr>
              <a:t>diagnostics</a:t>
            </a:r>
            <a:endParaRPr lang="en-US" sz="3400" b="0" u="none" strike="noStrike">
              <a:solidFill>
                <a:srgbClr val="000000"/>
              </a:solidFill>
              <a:effectLst/>
              <a:uFillTx/>
              <a:latin typeface="Arial"/>
            </a:endParaRPr>
          </a:p>
        </p:txBody>
      </p:sp>
      <p:sp>
        <p:nvSpPr>
          <p:cNvPr id="121" name="Rectangle 16"/>
          <p:cNvSpPr/>
          <p:nvPr/>
        </p:nvSpPr>
        <p:spPr>
          <a:xfrm>
            <a:off x="631080" y="2011680"/>
            <a:ext cx="87696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122" name="TextBox 17"/>
          <p:cNvSpPr/>
          <p:nvPr/>
        </p:nvSpPr>
        <p:spPr>
          <a:xfrm>
            <a:off x="603360" y="2432160"/>
            <a:ext cx="2971080" cy="7470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4900" b="1" u="none" strike="noStrike">
                <a:solidFill>
                  <a:srgbClr val="FF3E31"/>
                </a:solidFill>
                <a:effectLst/>
                <a:uFillTx/>
                <a:latin typeface="Arial"/>
                <a:ea typeface="DejaVu Sans"/>
              </a:rPr>
              <a:t>33 / 34</a:t>
            </a:r>
            <a:endParaRPr lang="en-US" sz="4900" b="0" u="none" strike="noStrike">
              <a:solidFill>
                <a:srgbClr val="000000"/>
              </a:solidFill>
              <a:effectLst/>
              <a:uFillTx/>
              <a:latin typeface="Arial"/>
            </a:endParaRPr>
          </a:p>
        </p:txBody>
      </p:sp>
      <p:sp>
        <p:nvSpPr>
          <p:cNvPr id="123" name="TextBox 18"/>
          <p:cNvSpPr/>
          <p:nvPr/>
        </p:nvSpPr>
        <p:spPr>
          <a:xfrm>
            <a:off x="640080" y="3474720"/>
            <a:ext cx="2842920" cy="289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900" b="1" u="none" strike="noStrike">
                <a:solidFill>
                  <a:srgbClr val="221818"/>
                </a:solidFill>
                <a:effectLst/>
                <a:uFillTx/>
                <a:latin typeface="Arial"/>
                <a:ea typeface="DejaVu Sans"/>
              </a:rPr>
              <a:t>cases passed (97%)</a:t>
            </a:r>
            <a:endParaRPr lang="en-US" sz="1900" b="0" u="none" strike="noStrike">
              <a:solidFill>
                <a:srgbClr val="000000"/>
              </a:solidFill>
              <a:effectLst/>
              <a:uFillTx/>
              <a:latin typeface="Arial"/>
            </a:endParaRPr>
          </a:p>
        </p:txBody>
      </p:sp>
      <p:sp>
        <p:nvSpPr>
          <p:cNvPr id="124" name="TextBox 19"/>
          <p:cNvSpPr/>
          <p:nvPr/>
        </p:nvSpPr>
        <p:spPr>
          <a:xfrm>
            <a:off x="631080" y="4206240"/>
            <a:ext cx="2834640" cy="1371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0" u="none" strike="noStrike">
                <a:solidFill>
                  <a:srgbClr val="6F4642"/>
                </a:solidFill>
                <a:effectLst/>
                <a:uFillTx/>
                <a:latin typeface="Arial"/>
                <a:ea typeface="DejaVu Sans"/>
              </a:rPr>
              <a:t>Good small-scale evidence of a functioning chatbot; not proof of readiness for real customers.</a:t>
            </a:r>
            <a:endParaRPr lang="en-US" sz="1800" b="0" u="none" strike="noStrike">
              <a:solidFill>
                <a:srgbClr val="000000"/>
              </a:solidFill>
              <a:effectLst/>
              <a:uFillTx/>
              <a:latin typeface="Arial"/>
            </a:endParaRPr>
          </a:p>
        </p:txBody>
      </p:sp>
      <p:sp>
        <p:nvSpPr>
          <p:cNvPr id="125" name="TextBox 20"/>
          <p:cNvSpPr/>
          <p:nvPr/>
        </p:nvSpPr>
        <p:spPr>
          <a:xfrm>
            <a:off x="3849480" y="2277000"/>
            <a:ext cx="227628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FFFFFF"/>
                </a:solidFill>
                <a:effectLst/>
                <a:uFillTx/>
                <a:latin typeface="Arial"/>
                <a:ea typeface="DejaVu Sans"/>
              </a:rPr>
              <a:t>STRUCTURE</a:t>
            </a:r>
            <a:endParaRPr lang="en-US" sz="2000" b="0" u="none" strike="noStrike">
              <a:solidFill>
                <a:srgbClr val="000000"/>
              </a:solidFill>
              <a:effectLst/>
              <a:uFillTx/>
              <a:latin typeface="Arial"/>
            </a:endParaRPr>
          </a:p>
        </p:txBody>
      </p:sp>
      <p:sp>
        <p:nvSpPr>
          <p:cNvPr id="126" name="TextBox 21"/>
          <p:cNvSpPr/>
          <p:nvPr/>
        </p:nvSpPr>
        <p:spPr>
          <a:xfrm>
            <a:off x="3849480" y="3282840"/>
            <a:ext cx="2285280" cy="1198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1" u="none" strike="noStrike">
                <a:solidFill>
                  <a:srgbClr val="FFFFFF"/>
                </a:solidFill>
                <a:effectLst/>
                <a:uFillTx/>
                <a:latin typeface="Arial"/>
                <a:ea typeface="DejaVu Sans"/>
              </a:rPr>
              <a:t>100% valid JSON</a:t>
            </a:r>
            <a:endParaRPr lang="en-US" sz="1800" b="0" u="none" strike="noStrike">
              <a:solidFill>
                <a:srgbClr val="000000"/>
              </a:solidFill>
              <a:effectLst/>
              <a:uFillTx/>
              <a:latin typeface="Arial"/>
            </a:endParaRPr>
          </a:p>
          <a:p>
            <a:pPr defTabSz="914400">
              <a:lnSpc>
                <a:spcPct val="100000"/>
              </a:lnSpc>
              <a:spcBef>
                <a:spcPts val="1599"/>
              </a:spcBef>
            </a:pPr>
            <a:r>
              <a:rPr lang="hu-HU" sz="1800" b="1" u="none" strike="noStrike">
                <a:solidFill>
                  <a:srgbClr val="FFFFFF"/>
                </a:solidFill>
                <a:effectLst/>
                <a:uFillTx/>
                <a:latin typeface="Arial"/>
                <a:ea typeface="DejaVu Sans"/>
              </a:rPr>
              <a:t>100% tool decisions</a:t>
            </a:r>
            <a:endParaRPr lang="en-US" sz="1800" b="0" u="none" strike="noStrike">
              <a:solidFill>
                <a:srgbClr val="000000"/>
              </a:solidFill>
              <a:effectLst/>
              <a:uFillTx/>
              <a:latin typeface="Arial"/>
            </a:endParaRPr>
          </a:p>
          <a:p>
            <a:pPr defTabSz="914400">
              <a:lnSpc>
                <a:spcPct val="100000"/>
              </a:lnSpc>
              <a:spcBef>
                <a:spcPts val="1599"/>
              </a:spcBef>
            </a:pPr>
            <a:r>
              <a:rPr lang="hu-HU" sz="1600" b="0" u="none" strike="noStrike">
                <a:solidFill>
                  <a:srgbClr val="FFFFFF"/>
                </a:solidFill>
                <a:effectLst/>
                <a:uFillTx/>
                <a:latin typeface="Arial"/>
                <a:ea typeface="DejaVu Sans"/>
              </a:rPr>
              <a:t>8.1 s mean latency</a:t>
            </a:r>
            <a:endParaRPr lang="en-US" sz="1600" b="0" u="none" strike="noStrike">
              <a:solidFill>
                <a:srgbClr val="000000"/>
              </a:solidFill>
              <a:effectLst/>
              <a:uFillTx/>
              <a:latin typeface="Arial"/>
            </a:endParaRPr>
          </a:p>
          <a:p>
            <a:pPr defTabSz="914400">
              <a:lnSpc>
                <a:spcPct val="100000"/>
              </a:lnSpc>
              <a:spcBef>
                <a:spcPts val="1599"/>
              </a:spcBef>
            </a:pPr>
            <a:r>
              <a:rPr lang="hu-HU" sz="1600" b="0" u="none" strike="noStrike">
                <a:solidFill>
                  <a:srgbClr val="FFFFFF"/>
                </a:solidFill>
                <a:effectLst/>
                <a:uFillTx/>
                <a:latin typeface="Arial"/>
                <a:ea typeface="DejaVu Sans"/>
              </a:rPr>
              <a:t>1,604 prompt + 103 output tokens per answer</a:t>
            </a:r>
            <a:endParaRPr lang="en-US" sz="1600" b="0" u="none" strike="noStrike">
              <a:solidFill>
                <a:srgbClr val="000000"/>
              </a:solidFill>
              <a:effectLst/>
              <a:uFillTx/>
              <a:latin typeface="Arial"/>
            </a:endParaRPr>
          </a:p>
        </p:txBody>
      </p:sp>
      <p:sp>
        <p:nvSpPr>
          <p:cNvPr id="127" name="TextBox 22"/>
          <p:cNvSpPr/>
          <p:nvPr/>
        </p:nvSpPr>
        <p:spPr>
          <a:xfrm>
            <a:off x="6611040" y="2277000"/>
            <a:ext cx="229428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221818"/>
                </a:solidFill>
                <a:effectLst/>
                <a:uFillTx/>
                <a:latin typeface="Arial"/>
                <a:ea typeface="DejaVu Sans"/>
              </a:rPr>
              <a:t>QUALITY</a:t>
            </a:r>
            <a:endParaRPr lang="en-US" sz="2000" b="0" u="none" strike="noStrike">
              <a:solidFill>
                <a:srgbClr val="000000"/>
              </a:solidFill>
              <a:effectLst/>
              <a:uFillTx/>
              <a:latin typeface="Arial"/>
            </a:endParaRPr>
          </a:p>
        </p:txBody>
      </p:sp>
      <p:sp>
        <p:nvSpPr>
          <p:cNvPr id="128" name="TextBox 23"/>
          <p:cNvSpPr/>
          <p:nvPr/>
        </p:nvSpPr>
        <p:spPr>
          <a:xfrm>
            <a:off x="6611040" y="3282840"/>
            <a:ext cx="2276280" cy="17427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1" u="none" strike="noStrike">
                <a:solidFill>
                  <a:srgbClr val="221818"/>
                </a:solidFill>
                <a:effectLst/>
                <a:uFillTx/>
                <a:latin typeface="Arial"/>
                <a:ea typeface="DejaVu Sans"/>
              </a:rPr>
              <a:t>Category: 97%</a:t>
            </a:r>
            <a:endParaRPr lang="en-US" sz="1800" b="0" u="none" strike="noStrike">
              <a:solidFill>
                <a:srgbClr val="000000"/>
              </a:solidFill>
              <a:effectLst/>
              <a:uFillTx/>
              <a:latin typeface="Arial"/>
            </a:endParaRPr>
          </a:p>
          <a:p>
            <a:pPr defTabSz="914400">
              <a:lnSpc>
                <a:spcPct val="100000"/>
              </a:lnSpc>
              <a:spcBef>
                <a:spcPts val="1001"/>
              </a:spcBef>
            </a:pPr>
            <a:r>
              <a:rPr lang="hu-HU" sz="1800" b="1" u="none" strike="noStrike">
                <a:solidFill>
                  <a:srgbClr val="221818"/>
                </a:solidFill>
                <a:effectLst/>
                <a:uFillTx/>
                <a:latin typeface="Arial"/>
                <a:ea typeface="DejaVu Sans"/>
              </a:rPr>
              <a:t>Urgency: 88%</a:t>
            </a:r>
            <a:endParaRPr lang="en-US" sz="1800" b="0" u="none" strike="noStrike">
              <a:solidFill>
                <a:srgbClr val="000000"/>
              </a:solidFill>
              <a:effectLst/>
              <a:uFillTx/>
              <a:latin typeface="Arial"/>
            </a:endParaRPr>
          </a:p>
          <a:p>
            <a:pPr defTabSz="914400">
              <a:lnSpc>
                <a:spcPct val="100000"/>
              </a:lnSpc>
              <a:spcBef>
                <a:spcPts val="1001"/>
              </a:spcBef>
            </a:pPr>
            <a:r>
              <a:rPr lang="hu-HU" sz="1500" b="0" u="none" strike="noStrike">
                <a:solidFill>
                  <a:srgbClr val="221818"/>
                </a:solidFill>
                <a:effectLst/>
                <a:uFillTx/>
                <a:latin typeface="Arial"/>
                <a:ea typeface="DejaVu Sans"/>
              </a:rPr>
              <a:t>Judge: 5.00 / 5 correct</a:t>
            </a:r>
            <a:endParaRPr lang="en-US" sz="1500" b="0" u="none" strike="noStrike">
              <a:solidFill>
                <a:srgbClr val="000000"/>
              </a:solidFill>
              <a:effectLst/>
              <a:uFillTx/>
              <a:latin typeface="Arial"/>
            </a:endParaRPr>
          </a:p>
          <a:p>
            <a:pPr defTabSz="914400">
              <a:lnSpc>
                <a:spcPct val="100000"/>
              </a:lnSpc>
              <a:spcBef>
                <a:spcPts val="1001"/>
              </a:spcBef>
            </a:pPr>
            <a:r>
              <a:rPr lang="hu-HU" sz="1500" b="0" u="none" strike="noStrike">
                <a:solidFill>
                  <a:srgbClr val="221818"/>
                </a:solidFill>
                <a:effectLst/>
                <a:uFillTx/>
                <a:latin typeface="Arial"/>
                <a:ea typeface="DejaVu Sans"/>
              </a:rPr>
              <a:t>5.00 / 5 grounded</a:t>
            </a:r>
            <a:endParaRPr lang="en-US" sz="1500" b="0" u="none" strike="noStrike">
              <a:solidFill>
                <a:srgbClr val="000000"/>
              </a:solidFill>
              <a:effectLst/>
              <a:uFillTx/>
              <a:latin typeface="Arial"/>
            </a:endParaRPr>
          </a:p>
          <a:p>
            <a:pPr defTabSz="914400">
              <a:lnSpc>
                <a:spcPct val="100000"/>
              </a:lnSpc>
              <a:spcBef>
                <a:spcPts val="1001"/>
              </a:spcBef>
            </a:pPr>
            <a:r>
              <a:rPr lang="hu-HU" sz="1500" b="0" u="none" strike="noStrike">
                <a:solidFill>
                  <a:srgbClr val="221818"/>
                </a:solidFill>
                <a:effectLst/>
                <a:uFillTx/>
                <a:latin typeface="Arial"/>
                <a:ea typeface="DejaVu Sans"/>
              </a:rPr>
              <a:t>4.59 / 5 helpful</a:t>
            </a:r>
            <a:endParaRPr lang="en-US" sz="1500" b="0" u="none" strike="noStrike">
              <a:solidFill>
                <a:srgbClr val="000000"/>
              </a:solidFill>
              <a:effectLst/>
              <a:uFillTx/>
              <a:latin typeface="Arial"/>
            </a:endParaRPr>
          </a:p>
        </p:txBody>
      </p:sp>
      <p:sp>
        <p:nvSpPr>
          <p:cNvPr id="129" name="TextBox 24"/>
          <p:cNvSpPr/>
          <p:nvPr/>
        </p:nvSpPr>
        <p:spPr>
          <a:xfrm>
            <a:off x="9354240" y="2277000"/>
            <a:ext cx="2285280" cy="27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800" b="1" u="none" strike="noStrike">
                <a:solidFill>
                  <a:srgbClr val="221818"/>
                </a:solidFill>
                <a:effectLst/>
                <a:uFillTx/>
                <a:latin typeface="Arial"/>
                <a:ea typeface="DejaVu Sans"/>
              </a:rPr>
              <a:t>FAILURE ANALYSIS</a:t>
            </a:r>
            <a:endParaRPr lang="en-US" sz="1800" b="0" u="none" strike="noStrike">
              <a:solidFill>
                <a:srgbClr val="000000"/>
              </a:solidFill>
              <a:effectLst/>
              <a:uFillTx/>
              <a:latin typeface="Arial"/>
            </a:endParaRPr>
          </a:p>
        </p:txBody>
      </p:sp>
      <p:sp>
        <p:nvSpPr>
          <p:cNvPr id="130" name="TextBox 25"/>
          <p:cNvSpPr/>
          <p:nvPr/>
        </p:nvSpPr>
        <p:spPr>
          <a:xfrm>
            <a:off x="9354240" y="3255120"/>
            <a:ext cx="2239560" cy="18795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500" b="0" u="none" strike="noStrike">
                <a:solidFill>
                  <a:srgbClr val="221818"/>
                </a:solidFill>
                <a:effectLst/>
                <a:uFillTx/>
                <a:latin typeface="Arial"/>
                <a:ea typeface="DejaVu Sans"/>
              </a:rPr>
              <a:t>T30: keyword grader wrongly rejected a safe card refusal.</a:t>
            </a:r>
            <a:endParaRPr lang="en-US" sz="1500" b="0" u="none" strike="noStrike">
              <a:solidFill>
                <a:srgbClr val="000000"/>
              </a:solidFill>
              <a:effectLst/>
              <a:uFillTx/>
              <a:latin typeface="Arial"/>
            </a:endParaRPr>
          </a:p>
          <a:p>
            <a:pPr defTabSz="914400">
              <a:lnSpc>
                <a:spcPct val="100000"/>
              </a:lnSpc>
              <a:spcBef>
                <a:spcPts val="1100"/>
              </a:spcBef>
            </a:pPr>
            <a:r>
              <a:rPr lang="hu-HU" sz="1500" b="0" u="none" strike="noStrike">
                <a:solidFill>
                  <a:srgbClr val="221818"/>
                </a:solidFill>
                <a:effectLst/>
                <a:uFillTx/>
                <a:latin typeface="Arial"/>
                <a:ea typeface="DejaVu Sans"/>
              </a:rPr>
              <a:t>Guardrails on/off: 5/6 vs 4/6 attack + off-topic cases passed.</a:t>
            </a:r>
            <a:endParaRPr lang="en-US" sz="1500" b="0" u="none" strike="noStrike">
              <a:solidFill>
                <a:srgbClr val="000000"/>
              </a:solidFill>
              <a:effectLst/>
              <a:uFillTx/>
              <a:latin typeface="Arial"/>
            </a:endParaRPr>
          </a:p>
          <a:p>
            <a:pPr defTabSz="914400">
              <a:lnSpc>
                <a:spcPct val="100000"/>
              </a:lnSpc>
              <a:spcBef>
                <a:spcPts val="1100"/>
              </a:spcBef>
            </a:pPr>
            <a:r>
              <a:rPr lang="hu-HU" sz="1500" b="0" u="none" strike="noStrike">
                <a:solidFill>
                  <a:srgbClr val="221818"/>
                </a:solidFill>
                <a:effectLst/>
                <a:uFillTx/>
                <a:latin typeface="Arial"/>
                <a:ea typeface="DejaVu Sans"/>
              </a:rPr>
              <a:t>Order lookups: 16–24 s.</a:t>
            </a:r>
            <a:endParaRPr lang="en-US" sz="1500" b="0" u="none" strike="noStrike">
              <a:solidFill>
                <a:srgbClr val="000000"/>
              </a:solidFill>
              <a:effectLst/>
              <a:uFillTx/>
              <a:latin typeface="Arial"/>
            </a:endParaRPr>
          </a:p>
        </p:txBody>
      </p:sp>
      <p:sp>
        <p:nvSpPr>
          <p:cNvPr id="131" name="TextBox 26"/>
          <p:cNvSpPr/>
          <p:nvPr/>
        </p:nvSpPr>
        <p:spPr>
          <a:xfrm>
            <a:off x="11503080" y="6108120"/>
            <a:ext cx="273600" cy="198360"/>
          </a:xfrm>
          <a:prstGeom prst="rect">
            <a:avLst/>
          </a:prstGeom>
          <a:noFill/>
          <a:ln w="0">
            <a:noFill/>
          </a:ln>
        </p:spPr>
        <p:style>
          <a:lnRef idx="0"/>
          <a:fillRef idx="0"/>
          <a:effectRef idx="0"/>
          <a:fontRef idx="minor"/>
        </p:style>
        <p:txBody>
          <a:bodyPr lIns="0" tIns="0" rIns="0" bIns="0" anchor="t">
            <a:spAutoFit/>
          </a:bodyPr>
          <a:p>
            <a:pPr algn="r" defTabSz="914400">
              <a:lnSpc>
                <a:spcPct val="100000"/>
              </a:lnSpc>
            </a:pPr>
            <a:r>
              <a:rPr lang="hu-HU" sz="1300" b="0" u="none" strike="noStrike">
                <a:solidFill>
                  <a:srgbClr val="3A0302"/>
                </a:solidFill>
                <a:effectLst/>
                <a:uFillTx/>
                <a:latin typeface="Arial"/>
                <a:ea typeface="DejaVu Sans"/>
              </a:rPr>
              <a:t>5</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p:nvPr>
        </p:nvSpPr>
        <p:spPr>
          <a:xfrm>
            <a:off x="282240" y="2005920"/>
            <a:ext cx="4604760" cy="1292400"/>
          </a:xfrm>
          <a:prstGeom prst="rect">
            <a:avLst/>
          </a:prstGeom>
          <a:noFill/>
          <a:ln w="0">
            <a:noFill/>
          </a:ln>
        </p:spPr>
        <p:txBody>
          <a:bodyPr lIns="90000" tIns="45000" rIns="90000" bIns="45000" anchor="t">
            <a:noAutofit/>
          </a:bodyPr>
          <a:p>
            <a:pPr indent="0" algn="l" defTabSz="914400">
              <a:lnSpc>
                <a:spcPts val="601"/>
              </a:lnSpc>
              <a:spcBef>
                <a:spcPts val="1001"/>
              </a:spcBef>
              <a:buNone/>
              <a:tabLst>
                <a:tab pos="0" algn="l"/>
              </a:tabLst>
            </a:pPr>
            <a:endParaRPr lang="hu-HU" sz="1800" b="0" u="none" strike="noStrike">
              <a:solidFill>
                <a:schemeClr val="lt1"/>
              </a:solidFill>
              <a:effectLst/>
              <a:uFillTx/>
              <a:latin typeface="Arial"/>
            </a:endParaRPr>
          </a:p>
        </p:txBody>
      </p:sp>
      <p:sp>
        <p:nvSpPr>
          <p:cNvPr id="133" name="PlaceHolder 2"/>
          <p:cNvSpPr>
            <a:spLocks noGrp="1"/>
          </p:cNvSpPr>
          <p:nvPr>
            <p:ph type="sldNum" idx="10"/>
          </p:nvPr>
        </p:nvSpPr>
        <p:spPr>
          <a:xfrm>
            <a:off x="9029160" y="6199920"/>
            <a:ext cx="2742480" cy="364320"/>
          </a:xfrm>
          <a:prstGeom prst="rect">
            <a:avLst/>
          </a:prstGeom>
          <a:noFill/>
          <a:ln w="0">
            <a:noFill/>
          </a:ln>
        </p:spPr>
        <p:txBody>
          <a:bodyPr lIns="91440" tIns="45720" rIns="91440" bIns="45720" anchor="ctr">
            <a:noAutofit/>
          </a:bodyPr>
          <a:p>
            <a:pPr indent="0" algn="l">
              <a:buNone/>
            </a:pPr>
            <a:endParaRPr lang="hu-HU" sz="1200" b="0" u="none" strike="noStrike">
              <a:solidFill>
                <a:schemeClr val="lt1"/>
              </a:solidFill>
              <a:effectLst/>
              <a:uFillTx/>
              <a:latin typeface="Arial"/>
            </a:endParaRPr>
          </a:p>
        </p:txBody>
      </p:sp>
      <p:sp>
        <p:nvSpPr>
          <p:cNvPr id="134" name="PlaceHolder 3"/>
          <p:cNvSpPr>
            <a:spLocks noGrp="1"/>
          </p:cNvSpPr>
          <p:nvPr>
            <p:ph/>
          </p:nvPr>
        </p:nvSpPr>
        <p:spPr>
          <a:xfrm>
            <a:off x="282240" y="3558960"/>
            <a:ext cx="4638960" cy="1939680"/>
          </a:xfrm>
          <a:prstGeom prst="rect">
            <a:avLst/>
          </a:prstGeom>
          <a:noFill/>
          <a:ln w="0">
            <a:noFill/>
          </a:ln>
        </p:spPr>
        <p:txBody>
          <a:bodyPr lIns="90000" tIns="45000" rIns="90000" bIns="45000" anchor="t">
            <a:noAutofit/>
          </a:bodyPr>
          <a:p>
            <a:pPr indent="0" algn="l" defTabSz="914400">
              <a:lnSpc>
                <a:spcPts val="601"/>
              </a:lnSpc>
              <a:spcBef>
                <a:spcPts val="1001"/>
              </a:spcBef>
              <a:buNone/>
              <a:tabLst>
                <a:tab pos="0" algn="l"/>
              </a:tabLst>
            </a:pPr>
            <a:endParaRPr lang="hu-HU" sz="1800" b="0" u="none" strike="noStrike">
              <a:solidFill>
                <a:schemeClr val="lt1"/>
              </a:solidFill>
              <a:effectLst/>
              <a:uFillTx/>
              <a:latin typeface="Arial"/>
            </a:endParaRPr>
          </a:p>
        </p:txBody>
      </p:sp>
      <p:grpSp>
        <p:nvGrpSpPr>
          <p:cNvPr id="135" name="Csoportba foglalás 7"/>
          <p:cNvGrpSpPr/>
          <p:nvPr/>
        </p:nvGrpSpPr>
        <p:grpSpPr>
          <a:xfrm>
            <a:off x="6393960" y="327600"/>
            <a:ext cx="5382000" cy="6170400"/>
            <a:chOff x="6393960" y="327600"/>
            <a:chExt cx="5382000" cy="6170400"/>
          </a:xfrm>
        </p:grpSpPr>
        <p:sp>
          <p:nvSpPr>
            <p:cNvPr id="136" name="Téglalap 8"/>
            <p:cNvSpPr/>
            <p:nvPr/>
          </p:nvSpPr>
          <p:spPr>
            <a:xfrm>
              <a:off x="6393960" y="6274440"/>
              <a:ext cx="5382000" cy="223560"/>
            </a:xfrm>
            <a:prstGeom prst="rect">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137" name="Szalagív 9"/>
            <p:cNvSpPr/>
            <p:nvPr/>
          </p:nvSpPr>
          <p:spPr>
            <a:xfrm>
              <a:off x="6393960" y="327600"/>
              <a:ext cx="5382000" cy="5422320"/>
            </a:xfrm>
            <a:prstGeom prst="blockArc">
              <a:avLst>
                <a:gd name="adj1" fmla="val 10816045"/>
                <a:gd name="adj2" fmla="val 21584789"/>
                <a:gd name="adj3" fmla="val 3855"/>
              </a:avLst>
            </a:prstGeom>
            <a:solidFill>
              <a:schemeClr val="accent2"/>
            </a:solidFill>
            <a:ln w="12600">
              <a:noFill/>
            </a:ln>
          </p:spPr>
          <p:style>
            <a:lnRef idx="0"/>
            <a:fillRef idx="0"/>
            <a:effectRef idx="0"/>
            <a:fontRef idx="minor"/>
          </p:style>
          <p:txBody>
            <a:bodyPr lIns="90000" tIns="45000" rIns="90000" bIns="45000" anchor="ctr">
              <a:noAutofit/>
            </a:bodyPr>
            <a:p>
              <a:endParaRPr lang="hu-HU" sz="1800" b="0" u="none" strike="noStrike">
                <a:solidFill>
                  <a:schemeClr val="dk1"/>
                </a:solidFill>
                <a:effectLst/>
                <a:uFillTx/>
                <a:latin typeface="Arial"/>
              </a:endParaRPr>
            </a:p>
          </p:txBody>
        </p:sp>
      </p:grpSp>
      <p:sp>
        <p:nvSpPr>
          <p:cNvPr id="138" name="TextBox 10"/>
          <p:cNvSpPr/>
          <p:nvPr/>
        </p:nvSpPr>
        <p:spPr>
          <a:xfrm>
            <a:off x="548640" y="1344240"/>
            <a:ext cx="6582960" cy="518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3400" b="1" u="none" strike="noStrike">
                <a:solidFill>
                  <a:srgbClr val="FFFFFF"/>
                </a:solidFill>
                <a:effectLst/>
                <a:uFillTx/>
                <a:latin typeface="Arial"/>
                <a:ea typeface="DejaVu Sans"/>
              </a:rPr>
              <a:t>Limitations and next steps</a:t>
            </a:r>
            <a:endParaRPr lang="en-US" sz="3400" b="0" u="none" strike="noStrike">
              <a:solidFill>
                <a:srgbClr val="FFFFFF"/>
              </a:solidFill>
              <a:effectLst/>
              <a:uFillTx/>
              <a:latin typeface="Arial"/>
            </a:endParaRPr>
          </a:p>
        </p:txBody>
      </p:sp>
      <p:sp>
        <p:nvSpPr>
          <p:cNvPr id="139" name="TextBox 11"/>
          <p:cNvSpPr/>
          <p:nvPr/>
        </p:nvSpPr>
        <p:spPr>
          <a:xfrm>
            <a:off x="576000" y="2020680"/>
            <a:ext cx="6381720" cy="289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900" b="0" u="none" strike="noStrike">
                <a:solidFill>
                  <a:srgbClr val="FDE2DA"/>
                </a:solidFill>
                <a:effectLst/>
                <a:uFillTx/>
                <a:latin typeface="Arial"/>
                <a:ea typeface="DejaVu Sans"/>
              </a:rPr>
              <a:t>97% on synthetic tests is not deployment readiness.</a:t>
            </a:r>
            <a:endParaRPr lang="en-US" sz="1900" b="0" u="none" strike="noStrike">
              <a:solidFill>
                <a:srgbClr val="FFFFFF"/>
              </a:solidFill>
              <a:effectLst/>
              <a:uFillTx/>
              <a:latin typeface="Arial"/>
            </a:endParaRPr>
          </a:p>
        </p:txBody>
      </p:sp>
      <p:sp>
        <p:nvSpPr>
          <p:cNvPr id="140" name="Rectangle 12"/>
          <p:cNvSpPr/>
          <p:nvPr/>
        </p:nvSpPr>
        <p:spPr>
          <a:xfrm>
            <a:off x="585360" y="2679120"/>
            <a:ext cx="1014120" cy="49680"/>
          </a:xfrm>
          <a:prstGeom prst="rect">
            <a:avLst/>
          </a:prstGeom>
          <a:solidFill>
            <a:srgbClr val="FF3E31"/>
          </a:solidFill>
          <a:ln w="6480">
            <a:noFill/>
          </a:ln>
        </p:spPr>
        <p:style>
          <a:lnRef idx="0"/>
          <a:fillRef idx="0"/>
          <a:effectRef idx="0"/>
          <a:fontRef idx="minor"/>
        </p:style>
        <p:txBody>
          <a:bodyPr lIns="90000" tIns="5400" rIns="90000" bIns="5400" anchor="ctr">
            <a:noAutofit/>
          </a:bodyPr>
          <a:p>
            <a:endParaRPr lang="hu-HU" sz="1800" b="0" u="none" strike="noStrike">
              <a:solidFill>
                <a:schemeClr val="lt1"/>
              </a:solidFill>
              <a:effectLst/>
              <a:uFillTx/>
              <a:latin typeface="Arial"/>
            </a:endParaRPr>
          </a:p>
        </p:txBody>
      </p:sp>
      <p:sp>
        <p:nvSpPr>
          <p:cNvPr id="141" name="TextBox 13"/>
          <p:cNvSpPr/>
          <p:nvPr/>
        </p:nvSpPr>
        <p:spPr>
          <a:xfrm>
            <a:off x="612720" y="2953440"/>
            <a:ext cx="1864800" cy="213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400" b="1" u="none" strike="noStrike">
                <a:solidFill>
                  <a:srgbClr val="FF3E31"/>
                </a:solidFill>
                <a:effectLst/>
                <a:uFillTx/>
                <a:latin typeface="Arial"/>
                <a:ea typeface="DejaVu Sans"/>
              </a:rPr>
              <a:t>TEST COVERAGE</a:t>
            </a:r>
            <a:endParaRPr lang="en-US" sz="1400" b="0" u="none" strike="noStrike">
              <a:solidFill>
                <a:srgbClr val="FFFFFF"/>
              </a:solidFill>
              <a:effectLst/>
              <a:uFillTx/>
              <a:latin typeface="Arial"/>
            </a:endParaRPr>
          </a:p>
        </p:txBody>
      </p:sp>
      <p:sp>
        <p:nvSpPr>
          <p:cNvPr id="142" name="TextBox 14"/>
          <p:cNvSpPr/>
          <p:nvPr/>
        </p:nvSpPr>
        <p:spPr>
          <a:xfrm>
            <a:off x="2487240" y="2939760"/>
            <a:ext cx="3812400" cy="487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FFFFFF"/>
                </a:solidFill>
                <a:effectLst/>
                <a:uFillTx/>
                <a:latin typeface="Arial"/>
                <a:ea typeface="DejaVu Sans"/>
              </a:rPr>
              <a:t>34 self-written cases; limited safety and multi-turn coverage.</a:t>
            </a:r>
            <a:endParaRPr lang="en-US" sz="1600" b="0" u="none" strike="noStrike">
              <a:solidFill>
                <a:srgbClr val="FFFFFF"/>
              </a:solidFill>
              <a:effectLst/>
              <a:uFillTx/>
              <a:latin typeface="Arial"/>
            </a:endParaRPr>
          </a:p>
        </p:txBody>
      </p:sp>
      <p:sp>
        <p:nvSpPr>
          <p:cNvPr id="143" name="TextBox 15"/>
          <p:cNvSpPr/>
          <p:nvPr/>
        </p:nvSpPr>
        <p:spPr>
          <a:xfrm>
            <a:off x="612720" y="3666600"/>
            <a:ext cx="1864800" cy="213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400" b="1" u="none" strike="noStrike">
                <a:solidFill>
                  <a:srgbClr val="FF3E31"/>
                </a:solidFill>
                <a:effectLst/>
                <a:uFillTx/>
                <a:latin typeface="Arial"/>
                <a:ea typeface="DejaVu Sans"/>
              </a:rPr>
              <a:t>PRIVACY</a:t>
            </a:r>
            <a:endParaRPr lang="en-US" sz="1400" b="0" u="none" strike="noStrike">
              <a:solidFill>
                <a:srgbClr val="FFFFFF"/>
              </a:solidFill>
              <a:effectLst/>
              <a:uFillTx/>
              <a:latin typeface="Arial"/>
            </a:endParaRPr>
          </a:p>
        </p:txBody>
      </p:sp>
      <p:sp>
        <p:nvSpPr>
          <p:cNvPr id="144" name="TextBox 16"/>
          <p:cNvSpPr/>
          <p:nvPr/>
        </p:nvSpPr>
        <p:spPr>
          <a:xfrm>
            <a:off x="2487240" y="3652920"/>
            <a:ext cx="3812400" cy="487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FFFFFF"/>
                </a:solidFill>
                <a:effectLst/>
                <a:uFillTx/>
                <a:latin typeface="Arial"/>
                <a:ea typeface="DejaVu Sans"/>
              </a:rPr>
              <a:t>Order number alone reveals status; CVV and expiry are not masked.</a:t>
            </a:r>
            <a:endParaRPr lang="en-US" sz="1600" b="0" u="none" strike="noStrike">
              <a:solidFill>
                <a:srgbClr val="FFFFFF"/>
              </a:solidFill>
              <a:effectLst/>
              <a:uFillTx/>
              <a:latin typeface="Arial"/>
            </a:endParaRPr>
          </a:p>
        </p:txBody>
      </p:sp>
      <p:sp>
        <p:nvSpPr>
          <p:cNvPr id="145" name="TextBox 17"/>
          <p:cNvSpPr/>
          <p:nvPr/>
        </p:nvSpPr>
        <p:spPr>
          <a:xfrm>
            <a:off x="612720" y="4380120"/>
            <a:ext cx="1864800" cy="213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400" b="1" u="none" strike="noStrike">
                <a:solidFill>
                  <a:srgbClr val="FF3E31"/>
                </a:solidFill>
                <a:effectLst/>
                <a:uFillTx/>
                <a:latin typeface="Arial"/>
                <a:ea typeface="DejaVu Sans"/>
              </a:rPr>
              <a:t>ROBUSTNESS</a:t>
            </a:r>
            <a:endParaRPr lang="en-US" sz="1400" b="0" u="none" strike="noStrike">
              <a:solidFill>
                <a:srgbClr val="FFFFFF"/>
              </a:solidFill>
              <a:effectLst/>
              <a:uFillTx/>
              <a:latin typeface="Arial"/>
            </a:endParaRPr>
          </a:p>
        </p:txBody>
      </p:sp>
      <p:sp>
        <p:nvSpPr>
          <p:cNvPr id="146" name="TextBox 18"/>
          <p:cNvSpPr/>
          <p:nvPr/>
        </p:nvSpPr>
        <p:spPr>
          <a:xfrm>
            <a:off x="2487240" y="4366440"/>
            <a:ext cx="3812400" cy="487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FFFFFF"/>
                </a:solidFill>
                <a:effectLst/>
                <a:uFillTx/>
                <a:latin typeface="Arial"/>
                <a:ea typeface="DejaVu Sans"/>
              </a:rPr>
              <a:t>Fixed list of 9 attack phrases; nested tags bypass tag stripping.</a:t>
            </a:r>
            <a:endParaRPr lang="en-US" sz="1600" b="0" u="none" strike="noStrike">
              <a:solidFill>
                <a:srgbClr val="FFFFFF"/>
              </a:solidFill>
              <a:effectLst/>
              <a:uFillTx/>
              <a:latin typeface="Arial"/>
            </a:endParaRPr>
          </a:p>
        </p:txBody>
      </p:sp>
      <p:sp>
        <p:nvSpPr>
          <p:cNvPr id="147" name="TextBox 19"/>
          <p:cNvSpPr/>
          <p:nvPr/>
        </p:nvSpPr>
        <p:spPr>
          <a:xfrm>
            <a:off x="612720" y="5093280"/>
            <a:ext cx="1864800" cy="2134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400" b="1" u="none" strike="noStrike">
                <a:solidFill>
                  <a:srgbClr val="FF3E31"/>
                </a:solidFill>
                <a:effectLst/>
                <a:uFillTx/>
                <a:latin typeface="Arial"/>
                <a:ea typeface="DejaVu Sans"/>
              </a:rPr>
              <a:t>RETRIEVAL &amp; TOOL</a:t>
            </a:r>
            <a:endParaRPr lang="en-US" sz="1400" b="0" u="none" strike="noStrike">
              <a:solidFill>
                <a:srgbClr val="FFFFFF"/>
              </a:solidFill>
              <a:effectLst/>
              <a:uFillTx/>
              <a:latin typeface="Arial"/>
            </a:endParaRPr>
          </a:p>
        </p:txBody>
      </p:sp>
      <p:sp>
        <p:nvSpPr>
          <p:cNvPr id="148" name="TextBox 20"/>
          <p:cNvSpPr/>
          <p:nvPr/>
        </p:nvSpPr>
        <p:spPr>
          <a:xfrm>
            <a:off x="2487240" y="5079600"/>
            <a:ext cx="3812400" cy="4874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600" b="0" u="none" strike="noStrike">
                <a:solidFill>
                  <a:srgbClr val="FFFFFF"/>
                </a:solidFill>
                <a:effectLst/>
                <a:uFillTx/>
                <a:latin typeface="Arial"/>
                <a:ea typeface="DejaVu Sans"/>
              </a:rPr>
              <a:t>No similarity threshold: top 3 always sent; no tool-call limit.</a:t>
            </a:r>
            <a:endParaRPr lang="en-US" sz="1600" b="0" u="none" strike="noStrike">
              <a:solidFill>
                <a:srgbClr val="FFFFFF"/>
              </a:solidFill>
              <a:effectLst/>
              <a:uFillTx/>
              <a:latin typeface="Arial"/>
            </a:endParaRPr>
          </a:p>
        </p:txBody>
      </p:sp>
      <p:sp>
        <p:nvSpPr>
          <p:cNvPr id="149" name="Rounded Rectangle 21"/>
          <p:cNvSpPr/>
          <p:nvPr/>
        </p:nvSpPr>
        <p:spPr>
          <a:xfrm>
            <a:off x="6986160" y="3044880"/>
            <a:ext cx="4617000" cy="2550600"/>
          </a:xfrm>
          <a:prstGeom prst="roundRect">
            <a:avLst>
              <a:gd name="adj" fmla="val 16667"/>
            </a:avLst>
          </a:prstGeom>
          <a:solidFill>
            <a:srgbClr val="52120D"/>
          </a:solidFill>
          <a:ln w="6480">
            <a:solidFill>
              <a:srgbClr val="FF3E31"/>
            </a:solidFill>
            <a:miter/>
          </a:ln>
        </p:spPr>
        <p:style>
          <a:lnRef idx="0"/>
          <a:fillRef idx="0"/>
          <a:effectRef idx="0"/>
          <a:fontRef idx="minor"/>
        </p:style>
        <p:txBody>
          <a:bodyPr lIns="90000" tIns="45000" rIns="90000" bIns="45000" anchor="ctr">
            <a:noAutofit/>
          </a:bodyPr>
          <a:p>
            <a:endParaRPr lang="hu-HU" sz="1800" b="0" u="none" strike="noStrike">
              <a:solidFill>
                <a:schemeClr val="lt1"/>
              </a:solidFill>
              <a:effectLst/>
              <a:uFillTx/>
              <a:latin typeface="Arial"/>
            </a:endParaRPr>
          </a:p>
        </p:txBody>
      </p:sp>
      <p:sp>
        <p:nvSpPr>
          <p:cNvPr id="150" name="TextBox 22"/>
          <p:cNvSpPr/>
          <p:nvPr/>
        </p:nvSpPr>
        <p:spPr>
          <a:xfrm>
            <a:off x="7278480" y="3255120"/>
            <a:ext cx="4031640" cy="304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2000" b="1" u="none" strike="noStrike">
                <a:solidFill>
                  <a:srgbClr val="FF3E31"/>
                </a:solidFill>
                <a:effectLst/>
                <a:uFillTx/>
                <a:latin typeface="Arial"/>
                <a:ea typeface="DejaVu Sans"/>
              </a:rPr>
              <a:t>PROJECT 2  /  GROUP A</a:t>
            </a:r>
            <a:endParaRPr lang="en-US" sz="2000" b="0" u="none" strike="noStrike">
              <a:solidFill>
                <a:srgbClr val="FFFFFF"/>
              </a:solidFill>
              <a:effectLst/>
              <a:uFillTx/>
              <a:latin typeface="Arial"/>
            </a:endParaRPr>
          </a:p>
        </p:txBody>
      </p:sp>
      <p:sp>
        <p:nvSpPr>
          <p:cNvPr id="151" name="TextBox 23"/>
          <p:cNvSpPr/>
          <p:nvPr/>
        </p:nvSpPr>
        <p:spPr>
          <a:xfrm>
            <a:off x="7278480" y="3858840"/>
            <a:ext cx="4031640" cy="13111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700" b="0" u="none" strike="noStrike">
                <a:solidFill>
                  <a:srgbClr val="FFFFFF"/>
                </a:solidFill>
                <a:effectLst/>
                <a:uFillTx/>
                <a:latin typeface="Arial"/>
                <a:ea typeface="DejaVu Sans"/>
              </a:rPr>
              <a:t>Red-team and improve safety.</a:t>
            </a:r>
            <a:endParaRPr lang="en-US" sz="1700" b="0" u="none" strike="noStrike">
              <a:solidFill>
                <a:srgbClr val="FFFFFF"/>
              </a:solidFill>
              <a:effectLst/>
              <a:uFillTx/>
              <a:latin typeface="Arial"/>
            </a:endParaRPr>
          </a:p>
          <a:p>
            <a:pPr defTabSz="914400">
              <a:lnSpc>
                <a:spcPct val="100000"/>
              </a:lnSpc>
            </a:pPr>
            <a:endParaRPr lang="en-US" sz="1800" b="0" u="none" strike="noStrike">
              <a:solidFill>
                <a:srgbClr val="FFFFFF"/>
              </a:solidFill>
              <a:effectLst/>
              <a:uFillTx/>
              <a:latin typeface="Arial"/>
            </a:endParaRPr>
          </a:p>
          <a:p>
            <a:pPr defTabSz="914400">
              <a:lnSpc>
                <a:spcPct val="100000"/>
              </a:lnSpc>
            </a:pPr>
            <a:r>
              <a:rPr lang="hu-HU" sz="1700" b="0" u="none" strike="noStrike">
                <a:solidFill>
                  <a:srgbClr val="FFFFFF"/>
                </a:solidFill>
                <a:effectLst/>
                <a:uFillTx/>
                <a:latin typeface="Arial"/>
                <a:ea typeface="DejaVu Sans"/>
              </a:rPr>
              <a:t>Priorities: verify order ownership, strengthen redaction, probe unseen injections and add escalation.</a:t>
            </a:r>
            <a:endParaRPr lang="en-US" sz="1700" b="0" u="none" strike="noStrike">
              <a:solidFill>
                <a:srgbClr val="FFFFFF"/>
              </a:solidFill>
              <a:effectLst/>
              <a:uFillTx/>
              <a:latin typeface="Arial"/>
            </a:endParaRPr>
          </a:p>
        </p:txBody>
      </p:sp>
      <p:sp>
        <p:nvSpPr>
          <p:cNvPr id="152" name="TextBox 24"/>
          <p:cNvSpPr/>
          <p:nvPr/>
        </p:nvSpPr>
        <p:spPr>
          <a:xfrm>
            <a:off x="7022520" y="5760720"/>
            <a:ext cx="4598640" cy="198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hu-HU" sz="1300" b="0" u="none" strike="noStrike">
                <a:solidFill>
                  <a:srgbClr val="FDE2DA"/>
                </a:solidFill>
                <a:effectLst/>
                <a:uFillTx/>
                <a:latin typeface="Arial"/>
                <a:ea typeface="DejaVu Sans"/>
              </a:rPr>
              <a:t>Course prototype only  •  simulated data  •  no live rollout</a:t>
            </a:r>
            <a:endParaRPr lang="en-US" sz="1300" b="0" u="none" strike="noStrike">
              <a:solidFill>
                <a:srgbClr val="FFFFFF"/>
              </a:solidFill>
              <a:effectLst/>
              <a:uFillTx/>
              <a:latin typeface="Arial"/>
            </a:endParaRPr>
          </a:p>
        </p:txBody>
      </p:sp>
      <p:sp>
        <p:nvSpPr>
          <p:cNvPr id="153" name="TextBox 25"/>
          <p:cNvSpPr/>
          <p:nvPr/>
        </p:nvSpPr>
        <p:spPr>
          <a:xfrm>
            <a:off x="11503080" y="5998464"/>
            <a:ext cx="273600" cy="198360"/>
          </a:xfrm>
          <a:prstGeom prst="rect">
            <a:avLst/>
          </a:prstGeom>
          <a:noFill/>
          <a:ln w="0">
            <a:noFill/>
          </a:ln>
        </p:spPr>
        <p:style>
          <a:lnRef idx="0"/>
          <a:fillRef idx="0"/>
          <a:effectRef idx="0"/>
          <a:fontRef idx="minor"/>
        </p:style>
        <p:txBody>
          <a:bodyPr lIns="0" tIns="0" rIns="0" bIns="0" anchor="t">
            <a:spAutoFit/>
          </a:bodyPr>
          <a:p>
            <a:pPr algn="r" defTabSz="914400">
              <a:lnSpc>
                <a:spcPct val="100000"/>
              </a:lnSpc>
            </a:pPr>
            <a:r>
              <a:rPr lang="hu-HU" sz="1300" b="0" u="none" strike="noStrike">
                <a:solidFill>
                  <a:srgbClr val="FDE2DA"/>
                </a:solidFill>
                <a:effectLst/>
                <a:uFillTx/>
                <a:latin typeface="Arial"/>
                <a:ea typeface="DejaVu Sans"/>
              </a:rPr>
              <a:t>6</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Nyitodia_minta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Belso_diaminta_oldala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Elvalaszto_diaminta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Vizualis_elrendezesi_diaminta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Vizualis_elrendezesi_diaminta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Kepes_elrendezesek">
  <a:themeElements>
    <a:clrScheme name="Corvinus_colors 1">
      <a:dk1>
        <a:srgbClr val="000000"/>
      </a:dk1>
      <a:lt1>
        <a:srgbClr val="FFFFFF"/>
      </a:lt1>
      <a:dk2>
        <a:srgbClr val="000000"/>
      </a:dk2>
      <a:lt2>
        <a:srgbClr val="FFFFFF"/>
      </a:lt2>
      <a:accent1>
        <a:srgbClr val="0ACD59"/>
      </a:accent1>
      <a:accent2>
        <a:srgbClr val="FF4130"/>
      </a:accent2>
      <a:accent3>
        <a:srgbClr val="410500"/>
      </a:accent3>
      <a:accent4>
        <a:srgbClr val="002300"/>
      </a:accent4>
      <a:accent5>
        <a:srgbClr val="FFDED5"/>
      </a:accent5>
      <a:accent6>
        <a:srgbClr val="E1FFD9"/>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5613</TotalTime>
  <Application>LibreOffice/26.2.6.3$Linux_X86_64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2025-04-10T12:28:01Z</dcterms:created>
  <dc:creator>Microsoft Office User</dc:creator>
  <dc:description>Six-slide academic project presentation using the supplied Corvinus 2025 template.</dc:description>
  <cp:keywords>LLM customer support chatbot RAG academic project Corvinus</cp:keywords>
  <dc:language>en-US</dc:language>
  <cp:lastModifiedBy/>
  <dcterms:modified xsi:type="dcterms:W3CDTF">2026-10-22T14:05:23Z</dcterms:modified>
  <cp:revision>133</cp:revision>
  <dc:subject>Operation of Large Language Models | Corvinus University of Budapest | 2026/27 fall</dc:subject>
  <dc:title>Cairnly Assistant – Project 1, Group 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Szélesvásznú</vt:lpwstr>
  </property>
  <property fmtid="{D5CDD505-2E9C-101B-9397-08002B2CF9AE}" pid="3" name="Slides">
    <vt:r8>6</vt:r8>
  </property>
</Properties>
</file>